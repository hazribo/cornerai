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77" r:id="rId1"/>
  </p:sldMasterIdLst>
  <p:sldIdLst>
    <p:sldId id="256" r:id="rId2"/>
  </p:sldIdLst>
  <p:sldSz cx="21383625" cy="3027521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9558" userDrawn="1">
          <p15:clr>
            <a:srgbClr val="A4A3A4"/>
          </p15:clr>
        </p15:guide>
        <p15:guide id="2" pos="6735"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068" autoAdjust="0"/>
  </p:normalViewPr>
  <p:slideViewPr>
    <p:cSldViewPr snapToGrid="0">
      <p:cViewPr>
        <p:scale>
          <a:sx n="50" d="100"/>
          <a:sy n="50" d="100"/>
        </p:scale>
        <p:origin x="1380" y="-3492"/>
      </p:cViewPr>
      <p:guideLst>
        <p:guide orient="horz" pos="9558"/>
        <p:guide pos="6735"/>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ECCEEA-9B70-67C1-CB60-12AA261B7203}"/>
              </a:ext>
            </a:extLst>
          </p:cNvPr>
          <p:cNvSpPr>
            <a:spLocks noGrp="1"/>
          </p:cNvSpPr>
          <p:nvPr>
            <p:ph type="ctrTitle"/>
          </p:nvPr>
        </p:nvSpPr>
        <p:spPr>
          <a:xfrm>
            <a:off x="2672953" y="4954765"/>
            <a:ext cx="16037719" cy="10540259"/>
          </a:xfrm>
        </p:spPr>
        <p:txBody>
          <a:bodyPr anchor="b"/>
          <a:lstStyle>
            <a:lvl1pPr algn="ctr">
              <a:defRPr sz="10523"/>
            </a:lvl1pPr>
          </a:lstStyle>
          <a:p>
            <a:r>
              <a:rPr lang="en-US"/>
              <a:t>Click to edit Master title style</a:t>
            </a:r>
            <a:endParaRPr lang="en-GB"/>
          </a:p>
        </p:txBody>
      </p:sp>
      <p:sp>
        <p:nvSpPr>
          <p:cNvPr id="3" name="Subtitle 2">
            <a:extLst>
              <a:ext uri="{FF2B5EF4-FFF2-40B4-BE49-F238E27FC236}">
                <a16:creationId xmlns:a16="http://schemas.microsoft.com/office/drawing/2014/main" id="{5A2424E3-BF94-D9A0-EF88-3D66C3FA3E76}"/>
              </a:ext>
            </a:extLst>
          </p:cNvPr>
          <p:cNvSpPr>
            <a:spLocks noGrp="1"/>
          </p:cNvSpPr>
          <p:nvPr>
            <p:ph type="subTitle" idx="1"/>
          </p:nvPr>
        </p:nvSpPr>
        <p:spPr>
          <a:xfrm>
            <a:off x="2672953" y="15901497"/>
            <a:ext cx="16037719" cy="7309499"/>
          </a:xfrm>
        </p:spPr>
        <p:txBody>
          <a:bodyPr/>
          <a:lstStyle>
            <a:lvl1pPr marL="0" indent="0" algn="ctr">
              <a:buNone/>
              <a:defRPr sz="4209"/>
            </a:lvl1pPr>
            <a:lvl2pPr marL="801883" indent="0" algn="ctr">
              <a:buNone/>
              <a:defRPr sz="3508"/>
            </a:lvl2pPr>
            <a:lvl3pPr marL="1603766" indent="0" algn="ctr">
              <a:buNone/>
              <a:defRPr sz="3157"/>
            </a:lvl3pPr>
            <a:lvl4pPr marL="2405649" indent="0" algn="ctr">
              <a:buNone/>
              <a:defRPr sz="2806"/>
            </a:lvl4pPr>
            <a:lvl5pPr marL="3207532" indent="0" algn="ctr">
              <a:buNone/>
              <a:defRPr sz="2806"/>
            </a:lvl5pPr>
            <a:lvl6pPr marL="4009415" indent="0" algn="ctr">
              <a:buNone/>
              <a:defRPr sz="2806"/>
            </a:lvl6pPr>
            <a:lvl7pPr marL="4811298" indent="0" algn="ctr">
              <a:buNone/>
              <a:defRPr sz="2806"/>
            </a:lvl7pPr>
            <a:lvl8pPr marL="5613182" indent="0" algn="ctr">
              <a:buNone/>
              <a:defRPr sz="2806"/>
            </a:lvl8pPr>
            <a:lvl9pPr marL="6415065" indent="0" algn="ctr">
              <a:buNone/>
              <a:defRPr sz="2806"/>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0FB5DFF4-F4B2-9E2F-9DDF-E7FCCC4454BD}"/>
              </a:ext>
            </a:extLst>
          </p:cNvPr>
          <p:cNvSpPr>
            <a:spLocks noGrp="1"/>
          </p:cNvSpPr>
          <p:nvPr>
            <p:ph type="dt" sz="half" idx="10"/>
          </p:nvPr>
        </p:nvSpPr>
        <p:spPr/>
        <p:txBody>
          <a:bodyPr/>
          <a:lstStyle/>
          <a:p>
            <a:fld id="{9BA507A8-AB1E-4362-AD52-AB8FDE0591EF}" type="datetimeFigureOut">
              <a:rPr lang="en-GB" smtClean="0"/>
              <a:t>30/03/2026</a:t>
            </a:fld>
            <a:endParaRPr lang="en-GB"/>
          </a:p>
        </p:txBody>
      </p:sp>
      <p:sp>
        <p:nvSpPr>
          <p:cNvPr id="5" name="Footer Placeholder 4">
            <a:extLst>
              <a:ext uri="{FF2B5EF4-FFF2-40B4-BE49-F238E27FC236}">
                <a16:creationId xmlns:a16="http://schemas.microsoft.com/office/drawing/2014/main" id="{51BA90D3-9F10-3119-429D-3FE956BCA6E4}"/>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53B3236-179F-7670-984F-191B312A6678}"/>
              </a:ext>
            </a:extLst>
          </p:cNvPr>
          <p:cNvSpPr>
            <a:spLocks noGrp="1"/>
          </p:cNvSpPr>
          <p:nvPr>
            <p:ph type="sldNum" sz="quarter" idx="12"/>
          </p:nvPr>
        </p:nvSpPr>
        <p:spPr/>
        <p:txBody>
          <a:bodyPr/>
          <a:lstStyle/>
          <a:p>
            <a:fld id="{B7C1F992-79A7-4CC2-A6FC-0436C7F8D8E7}" type="slidenum">
              <a:rPr lang="en-GB" smtClean="0"/>
              <a:t>‹#›</a:t>
            </a:fld>
            <a:endParaRPr lang="en-GB"/>
          </a:p>
        </p:txBody>
      </p:sp>
    </p:spTree>
    <p:extLst>
      <p:ext uri="{BB962C8B-B14F-4D97-AF65-F5344CB8AC3E}">
        <p14:creationId xmlns:p14="http://schemas.microsoft.com/office/powerpoint/2010/main" val="6364407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CC0CF9-38AB-F942-97CB-C7811D030802}"/>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811EDEB0-B999-E818-6D2D-E6EB36BA3B2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ECF2030-ACBE-D773-6E45-63EC91C2B561}"/>
              </a:ext>
            </a:extLst>
          </p:cNvPr>
          <p:cNvSpPr>
            <a:spLocks noGrp="1"/>
          </p:cNvSpPr>
          <p:nvPr>
            <p:ph type="dt" sz="half" idx="10"/>
          </p:nvPr>
        </p:nvSpPr>
        <p:spPr/>
        <p:txBody>
          <a:bodyPr/>
          <a:lstStyle/>
          <a:p>
            <a:fld id="{9BA507A8-AB1E-4362-AD52-AB8FDE0591EF}" type="datetimeFigureOut">
              <a:rPr lang="en-GB" smtClean="0"/>
              <a:t>30/03/2026</a:t>
            </a:fld>
            <a:endParaRPr lang="en-GB"/>
          </a:p>
        </p:txBody>
      </p:sp>
      <p:sp>
        <p:nvSpPr>
          <p:cNvPr id="5" name="Footer Placeholder 4">
            <a:extLst>
              <a:ext uri="{FF2B5EF4-FFF2-40B4-BE49-F238E27FC236}">
                <a16:creationId xmlns:a16="http://schemas.microsoft.com/office/drawing/2014/main" id="{E93106C5-E24B-D771-8570-60EE632A728A}"/>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2F7496C-E2EC-CC59-182B-B41A94C6C46A}"/>
              </a:ext>
            </a:extLst>
          </p:cNvPr>
          <p:cNvSpPr>
            <a:spLocks noGrp="1"/>
          </p:cNvSpPr>
          <p:nvPr>
            <p:ph type="sldNum" sz="quarter" idx="12"/>
          </p:nvPr>
        </p:nvSpPr>
        <p:spPr/>
        <p:txBody>
          <a:bodyPr/>
          <a:lstStyle/>
          <a:p>
            <a:fld id="{B7C1F992-79A7-4CC2-A6FC-0436C7F8D8E7}" type="slidenum">
              <a:rPr lang="en-GB" smtClean="0"/>
              <a:t>‹#›</a:t>
            </a:fld>
            <a:endParaRPr lang="en-GB"/>
          </a:p>
        </p:txBody>
      </p:sp>
    </p:spTree>
    <p:extLst>
      <p:ext uri="{BB962C8B-B14F-4D97-AF65-F5344CB8AC3E}">
        <p14:creationId xmlns:p14="http://schemas.microsoft.com/office/powerpoint/2010/main" val="5722878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F5902F-F021-6E91-B680-8EBC83BE0EB5}"/>
              </a:ext>
            </a:extLst>
          </p:cNvPr>
          <p:cNvSpPr>
            <a:spLocks noGrp="1"/>
          </p:cNvSpPr>
          <p:nvPr>
            <p:ph type="title"/>
          </p:nvPr>
        </p:nvSpPr>
        <p:spPr>
          <a:xfrm>
            <a:off x="1458987" y="7547783"/>
            <a:ext cx="18443377" cy="12593645"/>
          </a:xfrm>
        </p:spPr>
        <p:txBody>
          <a:bodyPr anchor="b"/>
          <a:lstStyle>
            <a:lvl1pPr>
              <a:defRPr sz="10523"/>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8554AD15-F00E-CADC-0CE3-FDB477E47F2B}"/>
              </a:ext>
            </a:extLst>
          </p:cNvPr>
          <p:cNvSpPr>
            <a:spLocks noGrp="1"/>
          </p:cNvSpPr>
          <p:nvPr>
            <p:ph type="body" idx="1"/>
          </p:nvPr>
        </p:nvSpPr>
        <p:spPr>
          <a:xfrm>
            <a:off x="1458987" y="20260569"/>
            <a:ext cx="18443377" cy="6622701"/>
          </a:xfrm>
        </p:spPr>
        <p:txBody>
          <a:bodyPr/>
          <a:lstStyle>
            <a:lvl1pPr marL="0" indent="0">
              <a:buNone/>
              <a:defRPr sz="4209">
                <a:solidFill>
                  <a:schemeClr val="tx1">
                    <a:tint val="82000"/>
                  </a:schemeClr>
                </a:solidFill>
              </a:defRPr>
            </a:lvl1pPr>
            <a:lvl2pPr marL="801883" indent="0">
              <a:buNone/>
              <a:defRPr sz="3508">
                <a:solidFill>
                  <a:schemeClr val="tx1">
                    <a:tint val="82000"/>
                  </a:schemeClr>
                </a:solidFill>
              </a:defRPr>
            </a:lvl2pPr>
            <a:lvl3pPr marL="1603766" indent="0">
              <a:buNone/>
              <a:defRPr sz="3157">
                <a:solidFill>
                  <a:schemeClr val="tx1">
                    <a:tint val="82000"/>
                  </a:schemeClr>
                </a:solidFill>
              </a:defRPr>
            </a:lvl3pPr>
            <a:lvl4pPr marL="2405649" indent="0">
              <a:buNone/>
              <a:defRPr sz="2806">
                <a:solidFill>
                  <a:schemeClr val="tx1">
                    <a:tint val="82000"/>
                  </a:schemeClr>
                </a:solidFill>
              </a:defRPr>
            </a:lvl4pPr>
            <a:lvl5pPr marL="3207532" indent="0">
              <a:buNone/>
              <a:defRPr sz="2806">
                <a:solidFill>
                  <a:schemeClr val="tx1">
                    <a:tint val="82000"/>
                  </a:schemeClr>
                </a:solidFill>
              </a:defRPr>
            </a:lvl5pPr>
            <a:lvl6pPr marL="4009415" indent="0">
              <a:buNone/>
              <a:defRPr sz="2806">
                <a:solidFill>
                  <a:schemeClr val="tx1">
                    <a:tint val="82000"/>
                  </a:schemeClr>
                </a:solidFill>
              </a:defRPr>
            </a:lvl6pPr>
            <a:lvl7pPr marL="4811298" indent="0">
              <a:buNone/>
              <a:defRPr sz="2806">
                <a:solidFill>
                  <a:schemeClr val="tx1">
                    <a:tint val="82000"/>
                  </a:schemeClr>
                </a:solidFill>
              </a:defRPr>
            </a:lvl7pPr>
            <a:lvl8pPr marL="5613182" indent="0">
              <a:buNone/>
              <a:defRPr sz="2806">
                <a:solidFill>
                  <a:schemeClr val="tx1">
                    <a:tint val="82000"/>
                  </a:schemeClr>
                </a:solidFill>
              </a:defRPr>
            </a:lvl8pPr>
            <a:lvl9pPr marL="6415065" indent="0">
              <a:buNone/>
              <a:defRPr sz="2806">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1C4251F-C079-81CB-999D-40F2C4804BEE}"/>
              </a:ext>
            </a:extLst>
          </p:cNvPr>
          <p:cNvSpPr>
            <a:spLocks noGrp="1"/>
          </p:cNvSpPr>
          <p:nvPr>
            <p:ph type="dt" sz="half" idx="10"/>
          </p:nvPr>
        </p:nvSpPr>
        <p:spPr/>
        <p:txBody>
          <a:bodyPr/>
          <a:lstStyle/>
          <a:p>
            <a:fld id="{9BA507A8-AB1E-4362-AD52-AB8FDE0591EF}" type="datetimeFigureOut">
              <a:rPr lang="en-GB" smtClean="0"/>
              <a:t>30/03/2026</a:t>
            </a:fld>
            <a:endParaRPr lang="en-GB"/>
          </a:p>
        </p:txBody>
      </p:sp>
      <p:sp>
        <p:nvSpPr>
          <p:cNvPr id="5" name="Footer Placeholder 4">
            <a:extLst>
              <a:ext uri="{FF2B5EF4-FFF2-40B4-BE49-F238E27FC236}">
                <a16:creationId xmlns:a16="http://schemas.microsoft.com/office/drawing/2014/main" id="{EF13C8CB-6712-998A-FA8A-6873E458764D}"/>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0BC0ED2-8C89-E862-F632-167E061CDE17}"/>
              </a:ext>
            </a:extLst>
          </p:cNvPr>
          <p:cNvSpPr>
            <a:spLocks noGrp="1"/>
          </p:cNvSpPr>
          <p:nvPr>
            <p:ph type="sldNum" sz="quarter" idx="12"/>
          </p:nvPr>
        </p:nvSpPr>
        <p:spPr/>
        <p:txBody>
          <a:bodyPr/>
          <a:lstStyle/>
          <a:p>
            <a:fld id="{B7C1F992-79A7-4CC2-A6FC-0436C7F8D8E7}" type="slidenum">
              <a:rPr lang="en-GB" smtClean="0"/>
              <a:t>‹#›</a:t>
            </a:fld>
            <a:endParaRPr lang="en-GB"/>
          </a:p>
        </p:txBody>
      </p:sp>
    </p:spTree>
    <p:extLst>
      <p:ext uri="{BB962C8B-B14F-4D97-AF65-F5344CB8AC3E}">
        <p14:creationId xmlns:p14="http://schemas.microsoft.com/office/powerpoint/2010/main" val="268250617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94C796-7107-BC28-4686-0419DDB34011}"/>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78B9B1EF-44F0-1938-C074-B499B14924E3}"/>
              </a:ext>
            </a:extLst>
          </p:cNvPr>
          <p:cNvSpPr>
            <a:spLocks noGrp="1"/>
          </p:cNvSpPr>
          <p:nvPr>
            <p:ph sz="half" idx="1"/>
          </p:nvPr>
        </p:nvSpPr>
        <p:spPr>
          <a:xfrm>
            <a:off x="1470124" y="8059374"/>
            <a:ext cx="9088041" cy="1920934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D50BEDF8-8015-E361-8E8D-7CC6AE50842E}"/>
              </a:ext>
            </a:extLst>
          </p:cNvPr>
          <p:cNvSpPr>
            <a:spLocks noGrp="1"/>
          </p:cNvSpPr>
          <p:nvPr>
            <p:ph sz="half" idx="2"/>
          </p:nvPr>
        </p:nvSpPr>
        <p:spPr>
          <a:xfrm>
            <a:off x="10825460" y="8059374"/>
            <a:ext cx="9088041" cy="1920934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443203AC-F086-BDE5-C070-F643660D56DB}"/>
              </a:ext>
            </a:extLst>
          </p:cNvPr>
          <p:cNvSpPr>
            <a:spLocks noGrp="1"/>
          </p:cNvSpPr>
          <p:nvPr>
            <p:ph type="dt" sz="half" idx="10"/>
          </p:nvPr>
        </p:nvSpPr>
        <p:spPr/>
        <p:txBody>
          <a:bodyPr/>
          <a:lstStyle/>
          <a:p>
            <a:fld id="{9BA507A8-AB1E-4362-AD52-AB8FDE0591EF}" type="datetimeFigureOut">
              <a:rPr lang="en-GB" smtClean="0"/>
              <a:t>30/03/2026</a:t>
            </a:fld>
            <a:endParaRPr lang="en-GB"/>
          </a:p>
        </p:txBody>
      </p:sp>
      <p:sp>
        <p:nvSpPr>
          <p:cNvPr id="6" name="Footer Placeholder 5">
            <a:extLst>
              <a:ext uri="{FF2B5EF4-FFF2-40B4-BE49-F238E27FC236}">
                <a16:creationId xmlns:a16="http://schemas.microsoft.com/office/drawing/2014/main" id="{A57B9F6D-40CB-329B-D5B3-EA6DC3EEA2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46402B21-132C-B227-F585-FB8B4EA9BB68}"/>
              </a:ext>
            </a:extLst>
          </p:cNvPr>
          <p:cNvSpPr>
            <a:spLocks noGrp="1"/>
          </p:cNvSpPr>
          <p:nvPr>
            <p:ph type="sldNum" sz="quarter" idx="12"/>
          </p:nvPr>
        </p:nvSpPr>
        <p:spPr/>
        <p:txBody>
          <a:bodyPr/>
          <a:lstStyle/>
          <a:p>
            <a:fld id="{B7C1F992-79A7-4CC2-A6FC-0436C7F8D8E7}" type="slidenum">
              <a:rPr lang="en-GB" smtClean="0"/>
              <a:t>‹#›</a:t>
            </a:fld>
            <a:endParaRPr lang="en-GB"/>
          </a:p>
        </p:txBody>
      </p:sp>
    </p:spTree>
    <p:extLst>
      <p:ext uri="{BB962C8B-B14F-4D97-AF65-F5344CB8AC3E}">
        <p14:creationId xmlns:p14="http://schemas.microsoft.com/office/powerpoint/2010/main" val="32983454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3CA925-0FEA-03CB-2337-760E29C25313}"/>
              </a:ext>
            </a:extLst>
          </p:cNvPr>
          <p:cNvSpPr>
            <a:spLocks noGrp="1"/>
          </p:cNvSpPr>
          <p:nvPr>
            <p:ph type="title"/>
          </p:nvPr>
        </p:nvSpPr>
        <p:spPr>
          <a:xfrm>
            <a:off x="1472909" y="1611877"/>
            <a:ext cx="18443377" cy="5851808"/>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DD13FCC2-14CA-F0E1-176D-1A87BFDC55F7}"/>
              </a:ext>
            </a:extLst>
          </p:cNvPr>
          <p:cNvSpPr>
            <a:spLocks noGrp="1"/>
          </p:cNvSpPr>
          <p:nvPr>
            <p:ph type="body" idx="1"/>
          </p:nvPr>
        </p:nvSpPr>
        <p:spPr>
          <a:xfrm>
            <a:off x="1472910" y="7421634"/>
            <a:ext cx="9046275" cy="3637228"/>
          </a:xfrm>
        </p:spPr>
        <p:txBody>
          <a:bodyPr anchor="b"/>
          <a:lstStyle>
            <a:lvl1pPr marL="0" indent="0">
              <a:buNone/>
              <a:defRPr sz="4209" b="1"/>
            </a:lvl1pPr>
            <a:lvl2pPr marL="801883" indent="0">
              <a:buNone/>
              <a:defRPr sz="3508" b="1"/>
            </a:lvl2pPr>
            <a:lvl3pPr marL="1603766" indent="0">
              <a:buNone/>
              <a:defRPr sz="3157" b="1"/>
            </a:lvl3pPr>
            <a:lvl4pPr marL="2405649" indent="0">
              <a:buNone/>
              <a:defRPr sz="2806" b="1"/>
            </a:lvl4pPr>
            <a:lvl5pPr marL="3207532" indent="0">
              <a:buNone/>
              <a:defRPr sz="2806" b="1"/>
            </a:lvl5pPr>
            <a:lvl6pPr marL="4009415" indent="0">
              <a:buNone/>
              <a:defRPr sz="2806" b="1"/>
            </a:lvl6pPr>
            <a:lvl7pPr marL="4811298" indent="0">
              <a:buNone/>
              <a:defRPr sz="2806" b="1"/>
            </a:lvl7pPr>
            <a:lvl8pPr marL="5613182" indent="0">
              <a:buNone/>
              <a:defRPr sz="2806" b="1"/>
            </a:lvl8pPr>
            <a:lvl9pPr marL="6415065" indent="0">
              <a:buNone/>
              <a:defRPr sz="2806" b="1"/>
            </a:lvl9pPr>
          </a:lstStyle>
          <a:p>
            <a:pPr lvl="0"/>
            <a:r>
              <a:rPr lang="en-US"/>
              <a:t>Click to edit Master text styles</a:t>
            </a:r>
          </a:p>
        </p:txBody>
      </p:sp>
      <p:sp>
        <p:nvSpPr>
          <p:cNvPr id="4" name="Content Placeholder 3">
            <a:extLst>
              <a:ext uri="{FF2B5EF4-FFF2-40B4-BE49-F238E27FC236}">
                <a16:creationId xmlns:a16="http://schemas.microsoft.com/office/drawing/2014/main" id="{9316D2AB-9F11-66E3-E841-F228873E8878}"/>
              </a:ext>
            </a:extLst>
          </p:cNvPr>
          <p:cNvSpPr>
            <a:spLocks noGrp="1"/>
          </p:cNvSpPr>
          <p:nvPr>
            <p:ph sz="half" idx="2"/>
          </p:nvPr>
        </p:nvSpPr>
        <p:spPr>
          <a:xfrm>
            <a:off x="1472910" y="11058863"/>
            <a:ext cx="9046275" cy="1626592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D459D749-E31F-271B-38BA-545D2568B847}"/>
              </a:ext>
            </a:extLst>
          </p:cNvPr>
          <p:cNvSpPr>
            <a:spLocks noGrp="1"/>
          </p:cNvSpPr>
          <p:nvPr>
            <p:ph type="body" sz="quarter" idx="3"/>
          </p:nvPr>
        </p:nvSpPr>
        <p:spPr>
          <a:xfrm>
            <a:off x="10825460" y="7421634"/>
            <a:ext cx="9090826" cy="3637228"/>
          </a:xfrm>
        </p:spPr>
        <p:txBody>
          <a:bodyPr anchor="b"/>
          <a:lstStyle>
            <a:lvl1pPr marL="0" indent="0">
              <a:buNone/>
              <a:defRPr sz="4209" b="1"/>
            </a:lvl1pPr>
            <a:lvl2pPr marL="801883" indent="0">
              <a:buNone/>
              <a:defRPr sz="3508" b="1"/>
            </a:lvl2pPr>
            <a:lvl3pPr marL="1603766" indent="0">
              <a:buNone/>
              <a:defRPr sz="3157" b="1"/>
            </a:lvl3pPr>
            <a:lvl4pPr marL="2405649" indent="0">
              <a:buNone/>
              <a:defRPr sz="2806" b="1"/>
            </a:lvl4pPr>
            <a:lvl5pPr marL="3207532" indent="0">
              <a:buNone/>
              <a:defRPr sz="2806" b="1"/>
            </a:lvl5pPr>
            <a:lvl6pPr marL="4009415" indent="0">
              <a:buNone/>
              <a:defRPr sz="2806" b="1"/>
            </a:lvl6pPr>
            <a:lvl7pPr marL="4811298" indent="0">
              <a:buNone/>
              <a:defRPr sz="2806" b="1"/>
            </a:lvl7pPr>
            <a:lvl8pPr marL="5613182" indent="0">
              <a:buNone/>
              <a:defRPr sz="2806" b="1"/>
            </a:lvl8pPr>
            <a:lvl9pPr marL="6415065" indent="0">
              <a:buNone/>
              <a:defRPr sz="2806" b="1"/>
            </a:lvl9pPr>
          </a:lstStyle>
          <a:p>
            <a:pPr lvl="0"/>
            <a:r>
              <a:rPr lang="en-US"/>
              <a:t>Click to edit Master text styles</a:t>
            </a:r>
          </a:p>
        </p:txBody>
      </p:sp>
      <p:sp>
        <p:nvSpPr>
          <p:cNvPr id="6" name="Content Placeholder 5">
            <a:extLst>
              <a:ext uri="{FF2B5EF4-FFF2-40B4-BE49-F238E27FC236}">
                <a16:creationId xmlns:a16="http://schemas.microsoft.com/office/drawing/2014/main" id="{4BABC1A5-80B9-CEDB-578F-8D473C99C1F1}"/>
              </a:ext>
            </a:extLst>
          </p:cNvPr>
          <p:cNvSpPr>
            <a:spLocks noGrp="1"/>
          </p:cNvSpPr>
          <p:nvPr>
            <p:ph sz="quarter" idx="4"/>
          </p:nvPr>
        </p:nvSpPr>
        <p:spPr>
          <a:xfrm>
            <a:off x="10825460" y="11058863"/>
            <a:ext cx="9090826" cy="1626592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01211F4-84D7-B0D0-7841-B882C1AD677B}"/>
              </a:ext>
            </a:extLst>
          </p:cNvPr>
          <p:cNvSpPr>
            <a:spLocks noGrp="1"/>
          </p:cNvSpPr>
          <p:nvPr>
            <p:ph type="dt" sz="half" idx="10"/>
          </p:nvPr>
        </p:nvSpPr>
        <p:spPr/>
        <p:txBody>
          <a:bodyPr/>
          <a:lstStyle/>
          <a:p>
            <a:fld id="{9BA507A8-AB1E-4362-AD52-AB8FDE0591EF}" type="datetimeFigureOut">
              <a:rPr lang="en-GB" smtClean="0"/>
              <a:t>30/03/2026</a:t>
            </a:fld>
            <a:endParaRPr lang="en-GB"/>
          </a:p>
        </p:txBody>
      </p:sp>
      <p:sp>
        <p:nvSpPr>
          <p:cNvPr id="8" name="Footer Placeholder 7">
            <a:extLst>
              <a:ext uri="{FF2B5EF4-FFF2-40B4-BE49-F238E27FC236}">
                <a16:creationId xmlns:a16="http://schemas.microsoft.com/office/drawing/2014/main" id="{D7F19878-3DEB-3B71-250A-242BC0F0C7CE}"/>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27CBC5C3-A80E-CA2C-EF9A-8FE9CDA1534F}"/>
              </a:ext>
            </a:extLst>
          </p:cNvPr>
          <p:cNvSpPr>
            <a:spLocks noGrp="1"/>
          </p:cNvSpPr>
          <p:nvPr>
            <p:ph type="sldNum" sz="quarter" idx="12"/>
          </p:nvPr>
        </p:nvSpPr>
        <p:spPr/>
        <p:txBody>
          <a:bodyPr/>
          <a:lstStyle/>
          <a:p>
            <a:fld id="{B7C1F992-79A7-4CC2-A6FC-0436C7F8D8E7}" type="slidenum">
              <a:rPr lang="en-GB" smtClean="0"/>
              <a:t>‹#›</a:t>
            </a:fld>
            <a:endParaRPr lang="en-GB"/>
          </a:p>
        </p:txBody>
      </p:sp>
    </p:spTree>
    <p:extLst>
      <p:ext uri="{BB962C8B-B14F-4D97-AF65-F5344CB8AC3E}">
        <p14:creationId xmlns:p14="http://schemas.microsoft.com/office/powerpoint/2010/main" val="97650388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17A62-3D0E-928E-135A-7B56C5D3EEC6}"/>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AD1CEA2F-2BA0-7496-FE88-81BDBF179F48}"/>
              </a:ext>
            </a:extLst>
          </p:cNvPr>
          <p:cNvSpPr>
            <a:spLocks noGrp="1"/>
          </p:cNvSpPr>
          <p:nvPr>
            <p:ph type="dt" sz="half" idx="10"/>
          </p:nvPr>
        </p:nvSpPr>
        <p:spPr/>
        <p:txBody>
          <a:bodyPr/>
          <a:lstStyle/>
          <a:p>
            <a:fld id="{9BA507A8-AB1E-4362-AD52-AB8FDE0591EF}" type="datetimeFigureOut">
              <a:rPr lang="en-GB" smtClean="0"/>
              <a:t>30/03/2026</a:t>
            </a:fld>
            <a:endParaRPr lang="en-GB"/>
          </a:p>
        </p:txBody>
      </p:sp>
      <p:sp>
        <p:nvSpPr>
          <p:cNvPr id="4" name="Footer Placeholder 3">
            <a:extLst>
              <a:ext uri="{FF2B5EF4-FFF2-40B4-BE49-F238E27FC236}">
                <a16:creationId xmlns:a16="http://schemas.microsoft.com/office/drawing/2014/main" id="{8B4DA1BC-F205-0089-7468-3547971B61F6}"/>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4D2E7155-A605-52A7-C6C3-9F75DBB427DB}"/>
              </a:ext>
            </a:extLst>
          </p:cNvPr>
          <p:cNvSpPr>
            <a:spLocks noGrp="1"/>
          </p:cNvSpPr>
          <p:nvPr>
            <p:ph type="sldNum" sz="quarter" idx="12"/>
          </p:nvPr>
        </p:nvSpPr>
        <p:spPr/>
        <p:txBody>
          <a:bodyPr/>
          <a:lstStyle/>
          <a:p>
            <a:fld id="{B7C1F992-79A7-4CC2-A6FC-0436C7F8D8E7}" type="slidenum">
              <a:rPr lang="en-GB" smtClean="0"/>
              <a:t>‹#›</a:t>
            </a:fld>
            <a:endParaRPr lang="en-GB"/>
          </a:p>
        </p:txBody>
      </p:sp>
    </p:spTree>
    <p:extLst>
      <p:ext uri="{BB962C8B-B14F-4D97-AF65-F5344CB8AC3E}">
        <p14:creationId xmlns:p14="http://schemas.microsoft.com/office/powerpoint/2010/main" val="42128456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6EC689A-BAD4-5E15-AFED-B6B9B3D6ECC3}"/>
              </a:ext>
            </a:extLst>
          </p:cNvPr>
          <p:cNvSpPr>
            <a:spLocks noGrp="1"/>
          </p:cNvSpPr>
          <p:nvPr>
            <p:ph type="dt" sz="half" idx="10"/>
          </p:nvPr>
        </p:nvSpPr>
        <p:spPr/>
        <p:txBody>
          <a:bodyPr/>
          <a:lstStyle/>
          <a:p>
            <a:fld id="{9BA507A8-AB1E-4362-AD52-AB8FDE0591EF}" type="datetimeFigureOut">
              <a:rPr lang="en-GB" smtClean="0"/>
              <a:t>30/03/2026</a:t>
            </a:fld>
            <a:endParaRPr lang="en-GB"/>
          </a:p>
        </p:txBody>
      </p:sp>
      <p:sp>
        <p:nvSpPr>
          <p:cNvPr id="3" name="Footer Placeholder 2">
            <a:extLst>
              <a:ext uri="{FF2B5EF4-FFF2-40B4-BE49-F238E27FC236}">
                <a16:creationId xmlns:a16="http://schemas.microsoft.com/office/drawing/2014/main" id="{B35E623D-27BF-20C4-EDC2-26C41635B4A1}"/>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F3F939EE-45F4-9C9C-8E3D-D32EE471215C}"/>
              </a:ext>
            </a:extLst>
          </p:cNvPr>
          <p:cNvSpPr>
            <a:spLocks noGrp="1"/>
          </p:cNvSpPr>
          <p:nvPr>
            <p:ph type="sldNum" sz="quarter" idx="12"/>
          </p:nvPr>
        </p:nvSpPr>
        <p:spPr/>
        <p:txBody>
          <a:bodyPr/>
          <a:lstStyle/>
          <a:p>
            <a:fld id="{B7C1F992-79A7-4CC2-A6FC-0436C7F8D8E7}" type="slidenum">
              <a:rPr lang="en-GB" smtClean="0"/>
              <a:t>‹#›</a:t>
            </a:fld>
            <a:endParaRPr lang="en-GB"/>
          </a:p>
        </p:txBody>
      </p:sp>
    </p:spTree>
    <p:extLst>
      <p:ext uri="{BB962C8B-B14F-4D97-AF65-F5344CB8AC3E}">
        <p14:creationId xmlns:p14="http://schemas.microsoft.com/office/powerpoint/2010/main" val="26597122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506DC7-0FE8-C154-9394-49378161C0A9}"/>
              </a:ext>
            </a:extLst>
          </p:cNvPr>
          <p:cNvSpPr>
            <a:spLocks noGrp="1"/>
          </p:cNvSpPr>
          <p:nvPr>
            <p:ph type="title"/>
          </p:nvPr>
        </p:nvSpPr>
        <p:spPr>
          <a:xfrm>
            <a:off x="1472910" y="2018348"/>
            <a:ext cx="6896775" cy="7064216"/>
          </a:xfrm>
        </p:spPr>
        <p:txBody>
          <a:bodyPr anchor="b"/>
          <a:lstStyle>
            <a:lvl1pPr>
              <a:defRPr sz="5612"/>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E8CC97E4-6E61-CBC8-5E0E-3FC9D8036D74}"/>
              </a:ext>
            </a:extLst>
          </p:cNvPr>
          <p:cNvSpPr>
            <a:spLocks noGrp="1"/>
          </p:cNvSpPr>
          <p:nvPr>
            <p:ph idx="1"/>
          </p:nvPr>
        </p:nvSpPr>
        <p:spPr>
          <a:xfrm>
            <a:off x="9090826" y="4359072"/>
            <a:ext cx="10825460" cy="21515024"/>
          </a:xfrm>
        </p:spPr>
        <p:txBody>
          <a:bodyPr/>
          <a:lstStyle>
            <a:lvl1pPr>
              <a:defRPr sz="5612"/>
            </a:lvl1pPr>
            <a:lvl2pPr>
              <a:defRPr sz="4911"/>
            </a:lvl2pPr>
            <a:lvl3pPr>
              <a:defRPr sz="4209"/>
            </a:lvl3pPr>
            <a:lvl4pPr>
              <a:defRPr sz="3508"/>
            </a:lvl4pPr>
            <a:lvl5pPr>
              <a:defRPr sz="3508"/>
            </a:lvl5pPr>
            <a:lvl6pPr>
              <a:defRPr sz="3508"/>
            </a:lvl6pPr>
            <a:lvl7pPr>
              <a:defRPr sz="3508"/>
            </a:lvl7pPr>
            <a:lvl8pPr>
              <a:defRPr sz="3508"/>
            </a:lvl8pPr>
            <a:lvl9pPr>
              <a:defRPr sz="3508"/>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35B1AF2C-C891-EDA4-D6F5-8A42490E29D7}"/>
              </a:ext>
            </a:extLst>
          </p:cNvPr>
          <p:cNvSpPr>
            <a:spLocks noGrp="1"/>
          </p:cNvSpPr>
          <p:nvPr>
            <p:ph type="body" sz="half" idx="2"/>
          </p:nvPr>
        </p:nvSpPr>
        <p:spPr>
          <a:xfrm>
            <a:off x="1472910" y="9082564"/>
            <a:ext cx="6896775" cy="16826573"/>
          </a:xfrm>
        </p:spPr>
        <p:txBody>
          <a:bodyPr/>
          <a:lstStyle>
            <a:lvl1pPr marL="0" indent="0">
              <a:buNone/>
              <a:defRPr sz="2806"/>
            </a:lvl1pPr>
            <a:lvl2pPr marL="801883" indent="0">
              <a:buNone/>
              <a:defRPr sz="2455"/>
            </a:lvl2pPr>
            <a:lvl3pPr marL="1603766" indent="0">
              <a:buNone/>
              <a:defRPr sz="2105"/>
            </a:lvl3pPr>
            <a:lvl4pPr marL="2405649" indent="0">
              <a:buNone/>
              <a:defRPr sz="1754"/>
            </a:lvl4pPr>
            <a:lvl5pPr marL="3207532" indent="0">
              <a:buNone/>
              <a:defRPr sz="1754"/>
            </a:lvl5pPr>
            <a:lvl6pPr marL="4009415" indent="0">
              <a:buNone/>
              <a:defRPr sz="1754"/>
            </a:lvl6pPr>
            <a:lvl7pPr marL="4811298" indent="0">
              <a:buNone/>
              <a:defRPr sz="1754"/>
            </a:lvl7pPr>
            <a:lvl8pPr marL="5613182" indent="0">
              <a:buNone/>
              <a:defRPr sz="1754"/>
            </a:lvl8pPr>
            <a:lvl9pPr marL="6415065" indent="0">
              <a:buNone/>
              <a:defRPr sz="1754"/>
            </a:lvl9pPr>
          </a:lstStyle>
          <a:p>
            <a:pPr lvl="0"/>
            <a:r>
              <a:rPr lang="en-US"/>
              <a:t>Click to edit Master text styles</a:t>
            </a:r>
          </a:p>
        </p:txBody>
      </p:sp>
      <p:sp>
        <p:nvSpPr>
          <p:cNvPr id="5" name="Date Placeholder 4">
            <a:extLst>
              <a:ext uri="{FF2B5EF4-FFF2-40B4-BE49-F238E27FC236}">
                <a16:creationId xmlns:a16="http://schemas.microsoft.com/office/drawing/2014/main" id="{CD5A5E48-1EF0-57B5-386C-17947019ECE2}"/>
              </a:ext>
            </a:extLst>
          </p:cNvPr>
          <p:cNvSpPr>
            <a:spLocks noGrp="1"/>
          </p:cNvSpPr>
          <p:nvPr>
            <p:ph type="dt" sz="half" idx="10"/>
          </p:nvPr>
        </p:nvSpPr>
        <p:spPr/>
        <p:txBody>
          <a:bodyPr/>
          <a:lstStyle/>
          <a:p>
            <a:fld id="{9BA507A8-AB1E-4362-AD52-AB8FDE0591EF}" type="datetimeFigureOut">
              <a:rPr lang="en-GB" smtClean="0"/>
              <a:t>30/03/2026</a:t>
            </a:fld>
            <a:endParaRPr lang="en-GB"/>
          </a:p>
        </p:txBody>
      </p:sp>
      <p:sp>
        <p:nvSpPr>
          <p:cNvPr id="6" name="Footer Placeholder 5">
            <a:extLst>
              <a:ext uri="{FF2B5EF4-FFF2-40B4-BE49-F238E27FC236}">
                <a16:creationId xmlns:a16="http://schemas.microsoft.com/office/drawing/2014/main" id="{F558F90E-33FF-C0AB-566C-5FCE3944F9B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258EAD35-80AA-F094-D51C-8A4B6DEFAAAF}"/>
              </a:ext>
            </a:extLst>
          </p:cNvPr>
          <p:cNvSpPr>
            <a:spLocks noGrp="1"/>
          </p:cNvSpPr>
          <p:nvPr>
            <p:ph type="sldNum" sz="quarter" idx="12"/>
          </p:nvPr>
        </p:nvSpPr>
        <p:spPr/>
        <p:txBody>
          <a:bodyPr/>
          <a:lstStyle/>
          <a:p>
            <a:fld id="{B7C1F992-79A7-4CC2-A6FC-0436C7F8D8E7}" type="slidenum">
              <a:rPr lang="en-GB" smtClean="0"/>
              <a:t>‹#›</a:t>
            </a:fld>
            <a:endParaRPr lang="en-GB"/>
          </a:p>
        </p:txBody>
      </p:sp>
    </p:spTree>
    <p:extLst>
      <p:ext uri="{BB962C8B-B14F-4D97-AF65-F5344CB8AC3E}">
        <p14:creationId xmlns:p14="http://schemas.microsoft.com/office/powerpoint/2010/main" val="422963463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81581A-2F51-8CB3-4E79-9FEE19CFF456}"/>
              </a:ext>
            </a:extLst>
          </p:cNvPr>
          <p:cNvSpPr>
            <a:spLocks noGrp="1"/>
          </p:cNvSpPr>
          <p:nvPr>
            <p:ph type="title"/>
          </p:nvPr>
        </p:nvSpPr>
        <p:spPr>
          <a:xfrm>
            <a:off x="1472910" y="2018348"/>
            <a:ext cx="6896775" cy="7064216"/>
          </a:xfrm>
        </p:spPr>
        <p:txBody>
          <a:bodyPr anchor="b"/>
          <a:lstStyle>
            <a:lvl1pPr>
              <a:defRPr sz="5612"/>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6FF349E6-C092-79CE-A819-B9EB7A85BE09}"/>
              </a:ext>
            </a:extLst>
          </p:cNvPr>
          <p:cNvSpPr>
            <a:spLocks noGrp="1"/>
          </p:cNvSpPr>
          <p:nvPr>
            <p:ph type="pic" idx="1"/>
          </p:nvPr>
        </p:nvSpPr>
        <p:spPr>
          <a:xfrm>
            <a:off x="9090826" y="4359072"/>
            <a:ext cx="10825460" cy="21515024"/>
          </a:xfrm>
        </p:spPr>
        <p:txBody>
          <a:bodyPr/>
          <a:lstStyle>
            <a:lvl1pPr marL="0" indent="0">
              <a:buNone/>
              <a:defRPr sz="5612"/>
            </a:lvl1pPr>
            <a:lvl2pPr marL="801883" indent="0">
              <a:buNone/>
              <a:defRPr sz="4911"/>
            </a:lvl2pPr>
            <a:lvl3pPr marL="1603766" indent="0">
              <a:buNone/>
              <a:defRPr sz="4209"/>
            </a:lvl3pPr>
            <a:lvl4pPr marL="2405649" indent="0">
              <a:buNone/>
              <a:defRPr sz="3508"/>
            </a:lvl4pPr>
            <a:lvl5pPr marL="3207532" indent="0">
              <a:buNone/>
              <a:defRPr sz="3508"/>
            </a:lvl5pPr>
            <a:lvl6pPr marL="4009415" indent="0">
              <a:buNone/>
              <a:defRPr sz="3508"/>
            </a:lvl6pPr>
            <a:lvl7pPr marL="4811298" indent="0">
              <a:buNone/>
              <a:defRPr sz="3508"/>
            </a:lvl7pPr>
            <a:lvl8pPr marL="5613182" indent="0">
              <a:buNone/>
              <a:defRPr sz="3508"/>
            </a:lvl8pPr>
            <a:lvl9pPr marL="6415065" indent="0">
              <a:buNone/>
              <a:defRPr sz="3508"/>
            </a:lvl9pPr>
          </a:lstStyle>
          <a:p>
            <a:endParaRPr lang="en-GB"/>
          </a:p>
        </p:txBody>
      </p:sp>
      <p:sp>
        <p:nvSpPr>
          <p:cNvPr id="4" name="Text Placeholder 3">
            <a:extLst>
              <a:ext uri="{FF2B5EF4-FFF2-40B4-BE49-F238E27FC236}">
                <a16:creationId xmlns:a16="http://schemas.microsoft.com/office/drawing/2014/main" id="{EA5DD00C-134D-A046-3F54-57E310B55C99}"/>
              </a:ext>
            </a:extLst>
          </p:cNvPr>
          <p:cNvSpPr>
            <a:spLocks noGrp="1"/>
          </p:cNvSpPr>
          <p:nvPr>
            <p:ph type="body" sz="half" idx="2"/>
          </p:nvPr>
        </p:nvSpPr>
        <p:spPr>
          <a:xfrm>
            <a:off x="1472910" y="9082564"/>
            <a:ext cx="6896775" cy="16826573"/>
          </a:xfrm>
        </p:spPr>
        <p:txBody>
          <a:bodyPr/>
          <a:lstStyle>
            <a:lvl1pPr marL="0" indent="0">
              <a:buNone/>
              <a:defRPr sz="2806"/>
            </a:lvl1pPr>
            <a:lvl2pPr marL="801883" indent="0">
              <a:buNone/>
              <a:defRPr sz="2455"/>
            </a:lvl2pPr>
            <a:lvl3pPr marL="1603766" indent="0">
              <a:buNone/>
              <a:defRPr sz="2105"/>
            </a:lvl3pPr>
            <a:lvl4pPr marL="2405649" indent="0">
              <a:buNone/>
              <a:defRPr sz="1754"/>
            </a:lvl4pPr>
            <a:lvl5pPr marL="3207532" indent="0">
              <a:buNone/>
              <a:defRPr sz="1754"/>
            </a:lvl5pPr>
            <a:lvl6pPr marL="4009415" indent="0">
              <a:buNone/>
              <a:defRPr sz="1754"/>
            </a:lvl6pPr>
            <a:lvl7pPr marL="4811298" indent="0">
              <a:buNone/>
              <a:defRPr sz="1754"/>
            </a:lvl7pPr>
            <a:lvl8pPr marL="5613182" indent="0">
              <a:buNone/>
              <a:defRPr sz="1754"/>
            </a:lvl8pPr>
            <a:lvl9pPr marL="6415065" indent="0">
              <a:buNone/>
              <a:defRPr sz="1754"/>
            </a:lvl9pPr>
          </a:lstStyle>
          <a:p>
            <a:pPr lvl="0"/>
            <a:r>
              <a:rPr lang="en-US"/>
              <a:t>Click to edit Master text styles</a:t>
            </a:r>
          </a:p>
        </p:txBody>
      </p:sp>
      <p:sp>
        <p:nvSpPr>
          <p:cNvPr id="5" name="Date Placeholder 4">
            <a:extLst>
              <a:ext uri="{FF2B5EF4-FFF2-40B4-BE49-F238E27FC236}">
                <a16:creationId xmlns:a16="http://schemas.microsoft.com/office/drawing/2014/main" id="{E54FA8F2-5571-957E-C096-5A3BC78C503D}"/>
              </a:ext>
            </a:extLst>
          </p:cNvPr>
          <p:cNvSpPr>
            <a:spLocks noGrp="1"/>
          </p:cNvSpPr>
          <p:nvPr>
            <p:ph type="dt" sz="half" idx="10"/>
          </p:nvPr>
        </p:nvSpPr>
        <p:spPr/>
        <p:txBody>
          <a:bodyPr/>
          <a:lstStyle/>
          <a:p>
            <a:fld id="{9BA507A8-AB1E-4362-AD52-AB8FDE0591EF}" type="datetimeFigureOut">
              <a:rPr lang="en-GB" smtClean="0"/>
              <a:t>30/03/2026</a:t>
            </a:fld>
            <a:endParaRPr lang="en-GB"/>
          </a:p>
        </p:txBody>
      </p:sp>
      <p:sp>
        <p:nvSpPr>
          <p:cNvPr id="6" name="Footer Placeholder 5">
            <a:extLst>
              <a:ext uri="{FF2B5EF4-FFF2-40B4-BE49-F238E27FC236}">
                <a16:creationId xmlns:a16="http://schemas.microsoft.com/office/drawing/2014/main" id="{31AFC582-68C4-6D93-387D-CE99E979DA3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4527AA1-7A69-D253-90F4-C937E190B17D}"/>
              </a:ext>
            </a:extLst>
          </p:cNvPr>
          <p:cNvSpPr>
            <a:spLocks noGrp="1"/>
          </p:cNvSpPr>
          <p:nvPr>
            <p:ph type="sldNum" sz="quarter" idx="12"/>
          </p:nvPr>
        </p:nvSpPr>
        <p:spPr/>
        <p:txBody>
          <a:bodyPr/>
          <a:lstStyle/>
          <a:p>
            <a:fld id="{B7C1F992-79A7-4CC2-A6FC-0436C7F8D8E7}" type="slidenum">
              <a:rPr lang="en-GB" smtClean="0"/>
              <a:t>‹#›</a:t>
            </a:fld>
            <a:endParaRPr lang="en-GB"/>
          </a:p>
        </p:txBody>
      </p:sp>
    </p:spTree>
    <p:extLst>
      <p:ext uri="{BB962C8B-B14F-4D97-AF65-F5344CB8AC3E}">
        <p14:creationId xmlns:p14="http://schemas.microsoft.com/office/powerpoint/2010/main" val="9047553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1A5F7D-7513-46D5-5016-62E95B352522}"/>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9FF7FEE-E10E-F55B-4212-A655B0F1227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C5664F9B-A265-D2A8-59BF-B6023AD360F6}"/>
              </a:ext>
            </a:extLst>
          </p:cNvPr>
          <p:cNvSpPr>
            <a:spLocks noGrp="1"/>
          </p:cNvSpPr>
          <p:nvPr>
            <p:ph type="dt" sz="half" idx="10"/>
          </p:nvPr>
        </p:nvSpPr>
        <p:spPr/>
        <p:txBody>
          <a:bodyPr/>
          <a:lstStyle/>
          <a:p>
            <a:fld id="{9BA507A8-AB1E-4362-AD52-AB8FDE0591EF}" type="datetimeFigureOut">
              <a:rPr lang="en-GB" smtClean="0"/>
              <a:t>30/03/2026</a:t>
            </a:fld>
            <a:endParaRPr lang="en-GB"/>
          </a:p>
        </p:txBody>
      </p:sp>
      <p:sp>
        <p:nvSpPr>
          <p:cNvPr id="5" name="Footer Placeholder 4">
            <a:extLst>
              <a:ext uri="{FF2B5EF4-FFF2-40B4-BE49-F238E27FC236}">
                <a16:creationId xmlns:a16="http://schemas.microsoft.com/office/drawing/2014/main" id="{0CB45C53-B838-A57F-6EDE-8E3CF5F493FD}"/>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9FC7809-10A9-3204-4045-1D085E6DF39C}"/>
              </a:ext>
            </a:extLst>
          </p:cNvPr>
          <p:cNvSpPr>
            <a:spLocks noGrp="1"/>
          </p:cNvSpPr>
          <p:nvPr>
            <p:ph type="sldNum" sz="quarter" idx="12"/>
          </p:nvPr>
        </p:nvSpPr>
        <p:spPr/>
        <p:txBody>
          <a:bodyPr/>
          <a:lstStyle/>
          <a:p>
            <a:fld id="{B7C1F992-79A7-4CC2-A6FC-0436C7F8D8E7}" type="slidenum">
              <a:rPr lang="en-GB" smtClean="0"/>
              <a:t>‹#›</a:t>
            </a:fld>
            <a:endParaRPr lang="en-GB"/>
          </a:p>
        </p:txBody>
      </p:sp>
    </p:spTree>
    <p:extLst>
      <p:ext uri="{BB962C8B-B14F-4D97-AF65-F5344CB8AC3E}">
        <p14:creationId xmlns:p14="http://schemas.microsoft.com/office/powerpoint/2010/main" val="7879478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EF5908-9AEF-BC2B-455B-B057A05E193F}"/>
              </a:ext>
            </a:extLst>
          </p:cNvPr>
          <p:cNvSpPr>
            <a:spLocks noGrp="1"/>
          </p:cNvSpPr>
          <p:nvPr>
            <p:ph type="title" orient="vert"/>
          </p:nvPr>
        </p:nvSpPr>
        <p:spPr>
          <a:xfrm>
            <a:off x="15302657" y="1611875"/>
            <a:ext cx="4610844" cy="25656844"/>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70D0F950-D766-6405-AE70-90B2F60EE184}"/>
              </a:ext>
            </a:extLst>
          </p:cNvPr>
          <p:cNvSpPr>
            <a:spLocks noGrp="1"/>
          </p:cNvSpPr>
          <p:nvPr>
            <p:ph type="body" orient="vert" idx="1"/>
          </p:nvPr>
        </p:nvSpPr>
        <p:spPr>
          <a:xfrm>
            <a:off x="1470124" y="1611875"/>
            <a:ext cx="13565237" cy="256568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8AEC6FA-A34C-317B-BC39-026416572815}"/>
              </a:ext>
            </a:extLst>
          </p:cNvPr>
          <p:cNvSpPr>
            <a:spLocks noGrp="1"/>
          </p:cNvSpPr>
          <p:nvPr>
            <p:ph type="dt" sz="half" idx="10"/>
          </p:nvPr>
        </p:nvSpPr>
        <p:spPr/>
        <p:txBody>
          <a:bodyPr/>
          <a:lstStyle/>
          <a:p>
            <a:fld id="{9BA507A8-AB1E-4362-AD52-AB8FDE0591EF}" type="datetimeFigureOut">
              <a:rPr lang="en-GB" smtClean="0"/>
              <a:t>30/03/2026</a:t>
            </a:fld>
            <a:endParaRPr lang="en-GB"/>
          </a:p>
        </p:txBody>
      </p:sp>
      <p:sp>
        <p:nvSpPr>
          <p:cNvPr id="5" name="Footer Placeholder 4">
            <a:extLst>
              <a:ext uri="{FF2B5EF4-FFF2-40B4-BE49-F238E27FC236}">
                <a16:creationId xmlns:a16="http://schemas.microsoft.com/office/drawing/2014/main" id="{6C8CEF44-AD43-EE2C-23EE-CC2AB7DDAA3D}"/>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778D5481-CDD3-18C6-C796-43EA0AA2FD5A}"/>
              </a:ext>
            </a:extLst>
          </p:cNvPr>
          <p:cNvSpPr>
            <a:spLocks noGrp="1"/>
          </p:cNvSpPr>
          <p:nvPr>
            <p:ph type="sldNum" sz="quarter" idx="12"/>
          </p:nvPr>
        </p:nvSpPr>
        <p:spPr/>
        <p:txBody>
          <a:bodyPr/>
          <a:lstStyle/>
          <a:p>
            <a:fld id="{B7C1F992-79A7-4CC2-A6FC-0436C7F8D8E7}" type="slidenum">
              <a:rPr lang="en-GB" smtClean="0"/>
              <a:t>‹#›</a:t>
            </a:fld>
            <a:endParaRPr lang="en-GB"/>
          </a:p>
        </p:txBody>
      </p:sp>
    </p:spTree>
    <p:extLst>
      <p:ext uri="{BB962C8B-B14F-4D97-AF65-F5344CB8AC3E}">
        <p14:creationId xmlns:p14="http://schemas.microsoft.com/office/powerpoint/2010/main" val="10308293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D995287-A1E0-F817-0161-C5323D4624AE}"/>
              </a:ext>
            </a:extLst>
          </p:cNvPr>
          <p:cNvSpPr>
            <a:spLocks noGrp="1"/>
          </p:cNvSpPr>
          <p:nvPr>
            <p:ph type="title"/>
          </p:nvPr>
        </p:nvSpPr>
        <p:spPr>
          <a:xfrm>
            <a:off x="1470124" y="1611877"/>
            <a:ext cx="18443377" cy="5851808"/>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45C4C22-266C-E1DA-75A6-72C02667B948}"/>
              </a:ext>
            </a:extLst>
          </p:cNvPr>
          <p:cNvSpPr>
            <a:spLocks noGrp="1"/>
          </p:cNvSpPr>
          <p:nvPr>
            <p:ph type="body" idx="1"/>
          </p:nvPr>
        </p:nvSpPr>
        <p:spPr>
          <a:xfrm>
            <a:off x="1470124" y="8059374"/>
            <a:ext cx="18443377" cy="19209345"/>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AA99639-CDF6-7946-3993-E2EB81B2826E}"/>
              </a:ext>
            </a:extLst>
          </p:cNvPr>
          <p:cNvSpPr>
            <a:spLocks noGrp="1"/>
          </p:cNvSpPr>
          <p:nvPr>
            <p:ph type="dt" sz="half" idx="2"/>
          </p:nvPr>
        </p:nvSpPr>
        <p:spPr>
          <a:xfrm>
            <a:off x="1470124" y="28060639"/>
            <a:ext cx="4811316" cy="1611875"/>
          </a:xfrm>
          <a:prstGeom prst="rect">
            <a:avLst/>
          </a:prstGeom>
        </p:spPr>
        <p:txBody>
          <a:bodyPr vert="horz" lIns="91440" tIns="45720" rIns="91440" bIns="45720" rtlCol="0" anchor="ctr"/>
          <a:lstStyle>
            <a:lvl1pPr algn="l">
              <a:defRPr sz="2105">
                <a:solidFill>
                  <a:schemeClr val="tx1">
                    <a:tint val="82000"/>
                  </a:schemeClr>
                </a:solidFill>
              </a:defRPr>
            </a:lvl1pPr>
          </a:lstStyle>
          <a:p>
            <a:fld id="{9BA507A8-AB1E-4362-AD52-AB8FDE0591EF}" type="datetimeFigureOut">
              <a:rPr lang="en-GB" smtClean="0"/>
              <a:t>30/03/2026</a:t>
            </a:fld>
            <a:endParaRPr lang="en-GB"/>
          </a:p>
        </p:txBody>
      </p:sp>
      <p:sp>
        <p:nvSpPr>
          <p:cNvPr id="5" name="Footer Placeholder 4">
            <a:extLst>
              <a:ext uri="{FF2B5EF4-FFF2-40B4-BE49-F238E27FC236}">
                <a16:creationId xmlns:a16="http://schemas.microsoft.com/office/drawing/2014/main" id="{E3BEE713-4544-69F4-771A-B54A44D5E110}"/>
              </a:ext>
            </a:extLst>
          </p:cNvPr>
          <p:cNvSpPr>
            <a:spLocks noGrp="1"/>
          </p:cNvSpPr>
          <p:nvPr>
            <p:ph type="ftr" sz="quarter" idx="3"/>
          </p:nvPr>
        </p:nvSpPr>
        <p:spPr>
          <a:xfrm>
            <a:off x="7083326" y="28060639"/>
            <a:ext cx="7216973" cy="1611875"/>
          </a:xfrm>
          <a:prstGeom prst="rect">
            <a:avLst/>
          </a:prstGeom>
        </p:spPr>
        <p:txBody>
          <a:bodyPr vert="horz" lIns="91440" tIns="45720" rIns="91440" bIns="45720" rtlCol="0" anchor="ctr"/>
          <a:lstStyle>
            <a:lvl1pPr algn="ctr">
              <a:defRPr sz="2105">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59F6F6DF-40DA-1CC9-066F-E45398183BCC}"/>
              </a:ext>
            </a:extLst>
          </p:cNvPr>
          <p:cNvSpPr>
            <a:spLocks noGrp="1"/>
          </p:cNvSpPr>
          <p:nvPr>
            <p:ph type="sldNum" sz="quarter" idx="4"/>
          </p:nvPr>
        </p:nvSpPr>
        <p:spPr>
          <a:xfrm>
            <a:off x="15102185" y="28060639"/>
            <a:ext cx="4811316" cy="1611875"/>
          </a:xfrm>
          <a:prstGeom prst="rect">
            <a:avLst/>
          </a:prstGeom>
        </p:spPr>
        <p:txBody>
          <a:bodyPr vert="horz" lIns="91440" tIns="45720" rIns="91440" bIns="45720" rtlCol="0" anchor="ctr"/>
          <a:lstStyle>
            <a:lvl1pPr algn="r">
              <a:defRPr sz="2105">
                <a:solidFill>
                  <a:schemeClr val="tx1">
                    <a:tint val="82000"/>
                  </a:schemeClr>
                </a:solidFill>
              </a:defRPr>
            </a:lvl1pPr>
          </a:lstStyle>
          <a:p>
            <a:fld id="{B7C1F992-79A7-4CC2-A6FC-0436C7F8D8E7}" type="slidenum">
              <a:rPr lang="en-GB" smtClean="0"/>
              <a:t>‹#›</a:t>
            </a:fld>
            <a:endParaRPr lang="en-GB"/>
          </a:p>
        </p:txBody>
      </p:sp>
    </p:spTree>
    <p:extLst>
      <p:ext uri="{BB962C8B-B14F-4D97-AF65-F5344CB8AC3E}">
        <p14:creationId xmlns:p14="http://schemas.microsoft.com/office/powerpoint/2010/main" val="3064673721"/>
      </p:ext>
    </p:extLst>
  </p:cSld>
  <p:clrMap bg1="lt1" tx1="dk1" bg2="lt2" tx2="dk2" accent1="accent1" accent2="accent2" accent3="accent3" accent4="accent4" accent5="accent5" accent6="accent6" hlink="hlink" folHlink="folHlink"/>
  <p:sldLayoutIdLst>
    <p:sldLayoutId id="2147483778" r:id="rId1"/>
    <p:sldLayoutId id="2147483779" r:id="rId2"/>
    <p:sldLayoutId id="2147483780" r:id="rId3"/>
    <p:sldLayoutId id="2147483781" r:id="rId4"/>
    <p:sldLayoutId id="2147483782" r:id="rId5"/>
    <p:sldLayoutId id="2147483783" r:id="rId6"/>
    <p:sldLayoutId id="2147483784" r:id="rId7"/>
    <p:sldLayoutId id="2147483785" r:id="rId8"/>
    <p:sldLayoutId id="2147483786" r:id="rId9"/>
    <p:sldLayoutId id="2147483787" r:id="rId10"/>
    <p:sldLayoutId id="2147483788" r:id="rId11"/>
  </p:sldLayoutIdLst>
  <p:txStyles>
    <p:titleStyle>
      <a:lvl1pPr algn="l" defTabSz="1603766" rtl="0" eaLnBrk="1" latinLnBrk="0" hangingPunct="1">
        <a:lnSpc>
          <a:spcPct val="90000"/>
        </a:lnSpc>
        <a:spcBef>
          <a:spcPct val="0"/>
        </a:spcBef>
        <a:buNone/>
        <a:defRPr sz="7717" kern="1200">
          <a:solidFill>
            <a:schemeClr val="tx1"/>
          </a:solidFill>
          <a:latin typeface="+mj-lt"/>
          <a:ea typeface="+mj-ea"/>
          <a:cs typeface="+mj-cs"/>
        </a:defRPr>
      </a:lvl1pPr>
    </p:titleStyle>
    <p:bodyStyle>
      <a:lvl1pPr marL="400942" indent="-400942" algn="l" defTabSz="1603766" rtl="0" eaLnBrk="1" latinLnBrk="0" hangingPunct="1">
        <a:lnSpc>
          <a:spcPct val="90000"/>
        </a:lnSpc>
        <a:spcBef>
          <a:spcPts val="1754"/>
        </a:spcBef>
        <a:buFont typeface="Arial" panose="020B0604020202020204" pitchFamily="34" charset="0"/>
        <a:buChar char="•"/>
        <a:defRPr sz="4911" kern="1200">
          <a:solidFill>
            <a:schemeClr val="tx1"/>
          </a:solidFill>
          <a:latin typeface="+mn-lt"/>
          <a:ea typeface="+mn-ea"/>
          <a:cs typeface="+mn-cs"/>
        </a:defRPr>
      </a:lvl1pPr>
      <a:lvl2pPr marL="1202825" indent="-400942" algn="l" defTabSz="1603766" rtl="0" eaLnBrk="1" latinLnBrk="0" hangingPunct="1">
        <a:lnSpc>
          <a:spcPct val="90000"/>
        </a:lnSpc>
        <a:spcBef>
          <a:spcPts val="877"/>
        </a:spcBef>
        <a:buFont typeface="Arial" panose="020B0604020202020204" pitchFamily="34" charset="0"/>
        <a:buChar char="•"/>
        <a:defRPr sz="4209" kern="1200">
          <a:solidFill>
            <a:schemeClr val="tx1"/>
          </a:solidFill>
          <a:latin typeface="+mn-lt"/>
          <a:ea typeface="+mn-ea"/>
          <a:cs typeface="+mn-cs"/>
        </a:defRPr>
      </a:lvl2pPr>
      <a:lvl3pPr marL="2004708" indent="-400942" algn="l" defTabSz="1603766" rtl="0" eaLnBrk="1" latinLnBrk="0" hangingPunct="1">
        <a:lnSpc>
          <a:spcPct val="90000"/>
        </a:lnSpc>
        <a:spcBef>
          <a:spcPts val="877"/>
        </a:spcBef>
        <a:buFont typeface="Arial" panose="020B0604020202020204" pitchFamily="34" charset="0"/>
        <a:buChar char="•"/>
        <a:defRPr sz="3508" kern="1200">
          <a:solidFill>
            <a:schemeClr val="tx1"/>
          </a:solidFill>
          <a:latin typeface="+mn-lt"/>
          <a:ea typeface="+mn-ea"/>
          <a:cs typeface="+mn-cs"/>
        </a:defRPr>
      </a:lvl3pPr>
      <a:lvl4pPr marL="2806591" indent="-400942" algn="l" defTabSz="1603766" rtl="0" eaLnBrk="1" latinLnBrk="0" hangingPunct="1">
        <a:lnSpc>
          <a:spcPct val="90000"/>
        </a:lnSpc>
        <a:spcBef>
          <a:spcPts val="877"/>
        </a:spcBef>
        <a:buFont typeface="Arial" panose="020B0604020202020204" pitchFamily="34" charset="0"/>
        <a:buChar char="•"/>
        <a:defRPr sz="3157" kern="1200">
          <a:solidFill>
            <a:schemeClr val="tx1"/>
          </a:solidFill>
          <a:latin typeface="+mn-lt"/>
          <a:ea typeface="+mn-ea"/>
          <a:cs typeface="+mn-cs"/>
        </a:defRPr>
      </a:lvl4pPr>
      <a:lvl5pPr marL="3608474" indent="-400942" algn="l" defTabSz="1603766" rtl="0" eaLnBrk="1" latinLnBrk="0" hangingPunct="1">
        <a:lnSpc>
          <a:spcPct val="90000"/>
        </a:lnSpc>
        <a:spcBef>
          <a:spcPts val="877"/>
        </a:spcBef>
        <a:buFont typeface="Arial" panose="020B0604020202020204" pitchFamily="34" charset="0"/>
        <a:buChar char="•"/>
        <a:defRPr sz="3157" kern="1200">
          <a:solidFill>
            <a:schemeClr val="tx1"/>
          </a:solidFill>
          <a:latin typeface="+mn-lt"/>
          <a:ea typeface="+mn-ea"/>
          <a:cs typeface="+mn-cs"/>
        </a:defRPr>
      </a:lvl5pPr>
      <a:lvl6pPr marL="4410357" indent="-400942" algn="l" defTabSz="1603766" rtl="0" eaLnBrk="1" latinLnBrk="0" hangingPunct="1">
        <a:lnSpc>
          <a:spcPct val="90000"/>
        </a:lnSpc>
        <a:spcBef>
          <a:spcPts val="877"/>
        </a:spcBef>
        <a:buFont typeface="Arial" panose="020B0604020202020204" pitchFamily="34" charset="0"/>
        <a:buChar char="•"/>
        <a:defRPr sz="3157" kern="1200">
          <a:solidFill>
            <a:schemeClr val="tx1"/>
          </a:solidFill>
          <a:latin typeface="+mn-lt"/>
          <a:ea typeface="+mn-ea"/>
          <a:cs typeface="+mn-cs"/>
        </a:defRPr>
      </a:lvl6pPr>
      <a:lvl7pPr marL="5212240" indent="-400942" algn="l" defTabSz="1603766" rtl="0" eaLnBrk="1" latinLnBrk="0" hangingPunct="1">
        <a:lnSpc>
          <a:spcPct val="90000"/>
        </a:lnSpc>
        <a:spcBef>
          <a:spcPts val="877"/>
        </a:spcBef>
        <a:buFont typeface="Arial" panose="020B0604020202020204" pitchFamily="34" charset="0"/>
        <a:buChar char="•"/>
        <a:defRPr sz="3157" kern="1200">
          <a:solidFill>
            <a:schemeClr val="tx1"/>
          </a:solidFill>
          <a:latin typeface="+mn-lt"/>
          <a:ea typeface="+mn-ea"/>
          <a:cs typeface="+mn-cs"/>
        </a:defRPr>
      </a:lvl7pPr>
      <a:lvl8pPr marL="6014123" indent="-400942" algn="l" defTabSz="1603766" rtl="0" eaLnBrk="1" latinLnBrk="0" hangingPunct="1">
        <a:lnSpc>
          <a:spcPct val="90000"/>
        </a:lnSpc>
        <a:spcBef>
          <a:spcPts val="877"/>
        </a:spcBef>
        <a:buFont typeface="Arial" panose="020B0604020202020204" pitchFamily="34" charset="0"/>
        <a:buChar char="•"/>
        <a:defRPr sz="3157" kern="1200">
          <a:solidFill>
            <a:schemeClr val="tx1"/>
          </a:solidFill>
          <a:latin typeface="+mn-lt"/>
          <a:ea typeface="+mn-ea"/>
          <a:cs typeface="+mn-cs"/>
        </a:defRPr>
      </a:lvl8pPr>
      <a:lvl9pPr marL="6816006" indent="-400942" algn="l" defTabSz="1603766" rtl="0" eaLnBrk="1" latinLnBrk="0" hangingPunct="1">
        <a:lnSpc>
          <a:spcPct val="90000"/>
        </a:lnSpc>
        <a:spcBef>
          <a:spcPts val="877"/>
        </a:spcBef>
        <a:buFont typeface="Arial" panose="020B0604020202020204" pitchFamily="34" charset="0"/>
        <a:buChar char="•"/>
        <a:defRPr sz="3157" kern="1200">
          <a:solidFill>
            <a:schemeClr val="tx1"/>
          </a:solidFill>
          <a:latin typeface="+mn-lt"/>
          <a:ea typeface="+mn-ea"/>
          <a:cs typeface="+mn-cs"/>
        </a:defRPr>
      </a:lvl9pPr>
    </p:bodyStyle>
    <p:otherStyle>
      <a:defPPr>
        <a:defRPr lang="en-US"/>
      </a:defPPr>
      <a:lvl1pPr marL="0" algn="l" defTabSz="1603766" rtl="0" eaLnBrk="1" latinLnBrk="0" hangingPunct="1">
        <a:defRPr sz="3157" kern="1200">
          <a:solidFill>
            <a:schemeClr val="tx1"/>
          </a:solidFill>
          <a:latin typeface="+mn-lt"/>
          <a:ea typeface="+mn-ea"/>
          <a:cs typeface="+mn-cs"/>
        </a:defRPr>
      </a:lvl1pPr>
      <a:lvl2pPr marL="801883" algn="l" defTabSz="1603766" rtl="0" eaLnBrk="1" latinLnBrk="0" hangingPunct="1">
        <a:defRPr sz="3157" kern="1200">
          <a:solidFill>
            <a:schemeClr val="tx1"/>
          </a:solidFill>
          <a:latin typeface="+mn-lt"/>
          <a:ea typeface="+mn-ea"/>
          <a:cs typeface="+mn-cs"/>
        </a:defRPr>
      </a:lvl2pPr>
      <a:lvl3pPr marL="1603766" algn="l" defTabSz="1603766" rtl="0" eaLnBrk="1" latinLnBrk="0" hangingPunct="1">
        <a:defRPr sz="3157" kern="1200">
          <a:solidFill>
            <a:schemeClr val="tx1"/>
          </a:solidFill>
          <a:latin typeface="+mn-lt"/>
          <a:ea typeface="+mn-ea"/>
          <a:cs typeface="+mn-cs"/>
        </a:defRPr>
      </a:lvl3pPr>
      <a:lvl4pPr marL="2405649" algn="l" defTabSz="1603766" rtl="0" eaLnBrk="1" latinLnBrk="0" hangingPunct="1">
        <a:defRPr sz="3157" kern="1200">
          <a:solidFill>
            <a:schemeClr val="tx1"/>
          </a:solidFill>
          <a:latin typeface="+mn-lt"/>
          <a:ea typeface="+mn-ea"/>
          <a:cs typeface="+mn-cs"/>
        </a:defRPr>
      </a:lvl4pPr>
      <a:lvl5pPr marL="3207532" algn="l" defTabSz="1603766" rtl="0" eaLnBrk="1" latinLnBrk="0" hangingPunct="1">
        <a:defRPr sz="3157" kern="1200">
          <a:solidFill>
            <a:schemeClr val="tx1"/>
          </a:solidFill>
          <a:latin typeface="+mn-lt"/>
          <a:ea typeface="+mn-ea"/>
          <a:cs typeface="+mn-cs"/>
        </a:defRPr>
      </a:lvl5pPr>
      <a:lvl6pPr marL="4009415" algn="l" defTabSz="1603766" rtl="0" eaLnBrk="1" latinLnBrk="0" hangingPunct="1">
        <a:defRPr sz="3157" kern="1200">
          <a:solidFill>
            <a:schemeClr val="tx1"/>
          </a:solidFill>
          <a:latin typeface="+mn-lt"/>
          <a:ea typeface="+mn-ea"/>
          <a:cs typeface="+mn-cs"/>
        </a:defRPr>
      </a:lvl6pPr>
      <a:lvl7pPr marL="4811298" algn="l" defTabSz="1603766" rtl="0" eaLnBrk="1" latinLnBrk="0" hangingPunct="1">
        <a:defRPr sz="3157" kern="1200">
          <a:solidFill>
            <a:schemeClr val="tx1"/>
          </a:solidFill>
          <a:latin typeface="+mn-lt"/>
          <a:ea typeface="+mn-ea"/>
          <a:cs typeface="+mn-cs"/>
        </a:defRPr>
      </a:lvl7pPr>
      <a:lvl8pPr marL="5613182" algn="l" defTabSz="1603766" rtl="0" eaLnBrk="1" latinLnBrk="0" hangingPunct="1">
        <a:defRPr sz="3157" kern="1200">
          <a:solidFill>
            <a:schemeClr val="tx1"/>
          </a:solidFill>
          <a:latin typeface="+mn-lt"/>
          <a:ea typeface="+mn-ea"/>
          <a:cs typeface="+mn-cs"/>
        </a:defRPr>
      </a:lvl8pPr>
      <a:lvl9pPr marL="6415065" algn="l" defTabSz="1603766" rtl="0" eaLnBrk="1" latinLnBrk="0" hangingPunct="1">
        <a:defRPr sz="3157"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48" name="Rectangle: Rounded Corners 47">
            <a:extLst>
              <a:ext uri="{FF2B5EF4-FFF2-40B4-BE49-F238E27FC236}">
                <a16:creationId xmlns:a16="http://schemas.microsoft.com/office/drawing/2014/main" id="{2A57AD61-35B5-3784-1311-F9D7D4A9B72D}"/>
              </a:ext>
            </a:extLst>
          </p:cNvPr>
          <p:cNvSpPr/>
          <p:nvPr/>
        </p:nvSpPr>
        <p:spPr>
          <a:xfrm>
            <a:off x="443217" y="11482470"/>
            <a:ext cx="9957091" cy="5824704"/>
          </a:xfrm>
          <a:prstGeom prst="roundRect">
            <a:avLst/>
          </a:prstGeom>
          <a:solidFill>
            <a:schemeClr val="bg1"/>
          </a:solidFill>
          <a:ln w="254000">
            <a:solidFill>
              <a:schemeClr val="tx2"/>
            </a:solidFill>
          </a:ln>
        </p:spPr>
        <p:style>
          <a:lnRef idx="1">
            <a:schemeClr val="accent4"/>
          </a:lnRef>
          <a:fillRef idx="2">
            <a:schemeClr val="accent4"/>
          </a:fillRef>
          <a:effectRef idx="1">
            <a:schemeClr val="accent4"/>
          </a:effectRef>
          <a:fontRef idx="minor">
            <a:schemeClr val="dk1"/>
          </a:fontRef>
        </p:style>
        <p:txBody>
          <a:bodyPr rtlCol="0" anchor="ctr"/>
          <a:lstStyle/>
          <a:p>
            <a:r>
              <a:rPr lang="en-GB" sz="2400" b="1" dirty="0">
                <a:latin typeface="Calibri" panose="020F0502020204030204" pitchFamily="34" charset="0"/>
                <a:ea typeface="Calibri" panose="020F0502020204030204" pitchFamily="34" charset="0"/>
                <a:cs typeface="Calibri" panose="020F0502020204030204" pitchFamily="34" charset="0"/>
              </a:rPr>
              <a:t>Data Points Visualised – F1 25 Circuits:</a:t>
            </a:r>
          </a:p>
          <a:p>
            <a:endParaRPr lang="en-GB" sz="16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p:txBody>
      </p:sp>
      <p:sp>
        <p:nvSpPr>
          <p:cNvPr id="42" name="Rectangle: Rounded Corners 41">
            <a:extLst>
              <a:ext uri="{FF2B5EF4-FFF2-40B4-BE49-F238E27FC236}">
                <a16:creationId xmlns:a16="http://schemas.microsoft.com/office/drawing/2014/main" id="{1B2A54CB-0C2C-3886-72E2-464C7E336086}"/>
              </a:ext>
            </a:extLst>
          </p:cNvPr>
          <p:cNvSpPr/>
          <p:nvPr/>
        </p:nvSpPr>
        <p:spPr>
          <a:xfrm>
            <a:off x="445553" y="23936248"/>
            <a:ext cx="9957091" cy="5824704"/>
          </a:xfrm>
          <a:prstGeom prst="roundRect">
            <a:avLst/>
          </a:prstGeom>
          <a:solidFill>
            <a:schemeClr val="bg1"/>
          </a:solidFill>
          <a:ln w="254000">
            <a:solidFill>
              <a:schemeClr val="tx2"/>
            </a:solidFill>
          </a:ln>
        </p:spPr>
        <p:style>
          <a:lnRef idx="1">
            <a:schemeClr val="accent4"/>
          </a:lnRef>
          <a:fillRef idx="2">
            <a:schemeClr val="accent4"/>
          </a:fillRef>
          <a:effectRef idx="1">
            <a:schemeClr val="accent4"/>
          </a:effectRef>
          <a:fontRef idx="minor">
            <a:schemeClr val="dk1"/>
          </a:fontRef>
        </p:style>
        <p:txBody>
          <a:bodyPr rtlCol="0" anchor="ctr"/>
          <a:lstStyle/>
          <a:p>
            <a:endParaRPr lang="en-GB" sz="1600" b="1" dirty="0">
              <a:latin typeface="Calibri" panose="020F0502020204030204" pitchFamily="34" charset="0"/>
              <a:ea typeface="Calibri" panose="020F0502020204030204" pitchFamily="34" charset="0"/>
              <a:cs typeface="Calibri" panose="020F0502020204030204" pitchFamily="34" charset="0"/>
            </a:endParaRPr>
          </a:p>
        </p:txBody>
      </p:sp>
      <p:sp>
        <p:nvSpPr>
          <p:cNvPr id="46" name="Rectangle: Rounded Corners 45">
            <a:extLst>
              <a:ext uri="{FF2B5EF4-FFF2-40B4-BE49-F238E27FC236}">
                <a16:creationId xmlns:a16="http://schemas.microsoft.com/office/drawing/2014/main" id="{FCB0D5D0-BACD-3844-6C3C-63D2267AA785}"/>
              </a:ext>
            </a:extLst>
          </p:cNvPr>
          <p:cNvSpPr/>
          <p:nvPr/>
        </p:nvSpPr>
        <p:spPr>
          <a:xfrm>
            <a:off x="10978646" y="17778247"/>
            <a:ext cx="9957091" cy="5824704"/>
          </a:xfrm>
          <a:prstGeom prst="roundRect">
            <a:avLst/>
          </a:prstGeom>
          <a:solidFill>
            <a:schemeClr val="bg1"/>
          </a:solidFill>
          <a:ln w="254000">
            <a:solidFill>
              <a:schemeClr val="tx2"/>
            </a:solidFill>
          </a:ln>
        </p:spPr>
        <p:style>
          <a:lnRef idx="1">
            <a:schemeClr val="accent4"/>
          </a:lnRef>
          <a:fillRef idx="2">
            <a:schemeClr val="accent4"/>
          </a:fillRef>
          <a:effectRef idx="1">
            <a:schemeClr val="accent4"/>
          </a:effectRef>
          <a:fontRef idx="minor">
            <a:schemeClr val="dk1"/>
          </a:fontRef>
        </p:style>
        <p:txBody>
          <a:bodyPr rtlCol="0" anchor="ctr"/>
          <a:lstStyle/>
          <a:p>
            <a:r>
              <a:rPr lang="en-GB" sz="2400" b="1" dirty="0">
                <a:latin typeface="Calibri" panose="020F0502020204030204" pitchFamily="34" charset="0"/>
                <a:ea typeface="Calibri" panose="020F0502020204030204" pitchFamily="34" charset="0"/>
                <a:cs typeface="Calibri" panose="020F0502020204030204" pitchFamily="34" charset="0"/>
              </a:rPr>
              <a:t>Visualised F1 25 Game Feedback:</a:t>
            </a: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p:txBody>
      </p:sp>
      <p:sp>
        <p:nvSpPr>
          <p:cNvPr id="36" name="Rectangle: Rounded Corners 35">
            <a:extLst>
              <a:ext uri="{FF2B5EF4-FFF2-40B4-BE49-F238E27FC236}">
                <a16:creationId xmlns:a16="http://schemas.microsoft.com/office/drawing/2014/main" id="{06D4043B-6B0A-E807-297A-78F228CBBFA8}"/>
              </a:ext>
            </a:extLst>
          </p:cNvPr>
          <p:cNvSpPr/>
          <p:nvPr/>
        </p:nvSpPr>
        <p:spPr>
          <a:xfrm>
            <a:off x="10975632" y="3588017"/>
            <a:ext cx="9943729" cy="7423380"/>
          </a:xfrm>
          <a:prstGeom prst="roundRect">
            <a:avLst/>
          </a:prstGeom>
          <a:solidFill>
            <a:schemeClr val="bg1"/>
          </a:solidFill>
          <a:ln w="254000">
            <a:solidFill>
              <a:schemeClr val="tx2"/>
            </a:solidFill>
          </a:ln>
        </p:spPr>
        <p:style>
          <a:lnRef idx="1">
            <a:schemeClr val="accent4"/>
          </a:lnRef>
          <a:fillRef idx="2">
            <a:schemeClr val="accent4"/>
          </a:fillRef>
          <a:effectRef idx="1">
            <a:schemeClr val="accent4"/>
          </a:effectRef>
          <a:fontRef idx="minor">
            <a:schemeClr val="dk1"/>
          </a:fontRef>
        </p:style>
        <p:txBody>
          <a:bodyPr rtlCol="0" anchor="ctr"/>
          <a:lstStyle/>
          <a:p>
            <a:r>
              <a:rPr lang="en-GB" sz="2400" b="1" dirty="0">
                <a:latin typeface="Calibri" panose="020F0502020204030204" pitchFamily="34" charset="0"/>
                <a:ea typeface="Calibri" panose="020F0502020204030204" pitchFamily="34" charset="0"/>
                <a:cs typeface="Calibri" panose="020F0502020204030204" pitchFamily="34" charset="0"/>
              </a:rPr>
              <a:t>Plots Generated from the F1 25 Game Model:</a:t>
            </a:r>
          </a:p>
          <a:p>
            <a:r>
              <a:rPr lang="en-GB" sz="1600" dirty="0">
                <a:latin typeface="Calibri" panose="020F0502020204030204" pitchFamily="34" charset="0"/>
                <a:ea typeface="Calibri" panose="020F0502020204030204" pitchFamily="34" charset="0"/>
                <a:cs typeface="Calibri" panose="020F0502020204030204" pitchFamily="34" charset="0"/>
              </a:rPr>
              <a:t>All graphs come directly from the game model’s outputs, using the ground truth data for each track on the Grand Prix calendar to produce accurate telemetric expectations for the fastest time trial run.</a:t>
            </a:r>
          </a:p>
          <a:p>
            <a:endParaRPr lang="en-GB" sz="1600"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a:p>
            <a:endParaRPr lang="en-GB" sz="2400" b="1" dirty="0">
              <a:latin typeface="Calibri" panose="020F0502020204030204" pitchFamily="34" charset="0"/>
              <a:ea typeface="Calibri" panose="020F0502020204030204" pitchFamily="34" charset="0"/>
              <a:cs typeface="Calibri" panose="020F0502020204030204" pitchFamily="34" charset="0"/>
            </a:endParaRPr>
          </a:p>
        </p:txBody>
      </p:sp>
      <p:sp>
        <p:nvSpPr>
          <p:cNvPr id="4" name="Rectangle 3">
            <a:extLst>
              <a:ext uri="{FF2B5EF4-FFF2-40B4-BE49-F238E27FC236}">
                <a16:creationId xmlns:a16="http://schemas.microsoft.com/office/drawing/2014/main" id="{D0B18B2F-2693-9936-E3AE-92F9902AC825}"/>
              </a:ext>
            </a:extLst>
          </p:cNvPr>
          <p:cNvSpPr/>
          <p:nvPr/>
        </p:nvSpPr>
        <p:spPr>
          <a:xfrm>
            <a:off x="1" y="0"/>
            <a:ext cx="21383624" cy="3425125"/>
          </a:xfrm>
          <a:prstGeom prst="rect">
            <a:avLst/>
          </a:prstGeom>
          <a:solidFill>
            <a:schemeClr val="accent1"/>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5400" b="1" dirty="0">
                <a:latin typeface="Calibri" panose="020F0502020204030204" pitchFamily="34" charset="0"/>
                <a:ea typeface="Calibri" panose="020F0502020204030204" pitchFamily="34" charset="0"/>
                <a:cs typeface="Calibri" panose="020F0502020204030204" pitchFamily="34" charset="0"/>
              </a:rPr>
              <a:t>Using Machine Learning to Understand and </a:t>
            </a:r>
            <a:br>
              <a:rPr lang="en-GB" sz="5400" b="1" dirty="0">
                <a:latin typeface="Calibri" panose="020F0502020204030204" pitchFamily="34" charset="0"/>
                <a:ea typeface="Calibri" panose="020F0502020204030204" pitchFamily="34" charset="0"/>
                <a:cs typeface="Calibri" panose="020F0502020204030204" pitchFamily="34" charset="0"/>
              </a:rPr>
            </a:br>
            <a:r>
              <a:rPr lang="en-GB" sz="5400" b="1" dirty="0">
                <a:latin typeface="Calibri" panose="020F0502020204030204" pitchFamily="34" charset="0"/>
                <a:ea typeface="Calibri" panose="020F0502020204030204" pitchFamily="34" charset="0"/>
                <a:cs typeface="Calibri" panose="020F0502020204030204" pitchFamily="34" charset="0"/>
              </a:rPr>
              <a:t>Enhance Racing Driver Cornering Performance</a:t>
            </a:r>
          </a:p>
          <a:p>
            <a:pPr algn="ctr"/>
            <a:r>
              <a:rPr lang="en-GB" sz="4400" b="1" dirty="0">
                <a:latin typeface="Calibri" panose="020F0502020204030204" pitchFamily="34" charset="0"/>
                <a:ea typeface="Calibri" panose="020F0502020204030204" pitchFamily="34" charset="0"/>
                <a:cs typeface="Calibri" panose="020F0502020204030204" pitchFamily="34" charset="0"/>
              </a:rPr>
              <a:t>Harry Gardner</a:t>
            </a:r>
            <a:br>
              <a:rPr lang="en-GB" sz="3600" b="1" dirty="0">
                <a:latin typeface="Calibri" panose="020F0502020204030204" pitchFamily="34" charset="0"/>
                <a:ea typeface="Calibri" panose="020F0502020204030204" pitchFamily="34" charset="0"/>
                <a:cs typeface="Calibri" panose="020F0502020204030204" pitchFamily="34" charset="0"/>
              </a:rPr>
            </a:br>
            <a:r>
              <a:rPr lang="en-GB" sz="2400" b="1" dirty="0">
                <a:latin typeface="Calibri" panose="020F0502020204030204" pitchFamily="34" charset="0"/>
                <a:ea typeface="Calibri" panose="020F0502020204030204" pitchFamily="34" charset="0"/>
                <a:cs typeface="Calibri" panose="020F0502020204030204" pitchFamily="34" charset="0"/>
              </a:rPr>
              <a:t>University of Exeter</a:t>
            </a:r>
          </a:p>
        </p:txBody>
      </p:sp>
      <p:pic>
        <p:nvPicPr>
          <p:cNvPr id="6" name="Picture 5">
            <a:extLst>
              <a:ext uri="{FF2B5EF4-FFF2-40B4-BE49-F238E27FC236}">
                <a16:creationId xmlns:a16="http://schemas.microsoft.com/office/drawing/2014/main" id="{21C537A7-EB83-DD53-2614-7B385D49075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4101" y="27118639"/>
            <a:ext cx="2126922" cy="2126922"/>
          </a:xfrm>
          <a:prstGeom prst="rect">
            <a:avLst/>
          </a:prstGeom>
        </p:spPr>
      </p:pic>
      <p:sp>
        <p:nvSpPr>
          <p:cNvPr id="7" name="Rectangle: Rounded Corners 6">
            <a:extLst>
              <a:ext uri="{FF2B5EF4-FFF2-40B4-BE49-F238E27FC236}">
                <a16:creationId xmlns:a16="http://schemas.microsoft.com/office/drawing/2014/main" id="{0C12244C-1D8A-08C9-6231-ED3313AF83EC}"/>
              </a:ext>
            </a:extLst>
          </p:cNvPr>
          <p:cNvSpPr/>
          <p:nvPr/>
        </p:nvSpPr>
        <p:spPr>
          <a:xfrm>
            <a:off x="427845" y="3588017"/>
            <a:ext cx="9972463" cy="3300122"/>
          </a:xfrm>
          <a:prstGeom prst="roundRect">
            <a:avLst/>
          </a:prstGeom>
          <a:solidFill>
            <a:schemeClr val="bg1"/>
          </a:solidFill>
          <a:ln w="254000">
            <a:solidFill>
              <a:schemeClr val="tx2"/>
            </a:solidFill>
          </a:ln>
        </p:spPr>
        <p:style>
          <a:lnRef idx="1">
            <a:schemeClr val="accent4"/>
          </a:lnRef>
          <a:fillRef idx="3">
            <a:schemeClr val="accent4"/>
          </a:fillRef>
          <a:effectRef idx="2">
            <a:schemeClr val="accent4"/>
          </a:effectRef>
          <a:fontRef idx="minor">
            <a:schemeClr val="lt1"/>
          </a:fontRef>
        </p:style>
        <p:txBody>
          <a:bodyPr rtlCol="0" anchor="ctr"/>
          <a:lstStyle/>
          <a:p>
            <a:r>
              <a:rPr lang="en-GB" sz="2400" b="1" dirty="0">
                <a:solidFill>
                  <a:schemeClr val="tx1"/>
                </a:solidFill>
                <a:latin typeface="Calibri" panose="020F0502020204030204" pitchFamily="34" charset="0"/>
                <a:ea typeface="Calibri" panose="020F0502020204030204" pitchFamily="34" charset="0"/>
                <a:cs typeface="Calibri" panose="020F0502020204030204" pitchFamily="34" charset="0"/>
              </a:rPr>
              <a:t>Background &amp; Objectives:</a:t>
            </a:r>
          </a:p>
          <a:p>
            <a:r>
              <a:rPr lang="en-GB" sz="1600" dirty="0">
                <a:solidFill>
                  <a:schemeClr val="tx1"/>
                </a:solidFill>
                <a:latin typeface="Calibri" panose="020F0502020204030204" pitchFamily="34" charset="0"/>
                <a:ea typeface="Calibri" panose="020F0502020204030204" pitchFamily="34" charset="0"/>
                <a:cs typeface="Calibri" panose="020F0502020204030204" pitchFamily="34" charset="0"/>
              </a:rPr>
              <a:t>Improving and training the development and consistency of driver performance is crucial for a serious racing team; being able to reduce the human-factor variability of race results can elevate the team’s championship standings over the course of a full season through more consistent point-scoring opportunities. Helping the drivers to become more consistent in both real-life racing and sim racing settings by using the same tools, AI and ML can be utilised for drivers to be able to interpret and incorporate high level feedback without requiring an in-depth knowledge of the aerodynamics and logistics of the car beneath them.</a:t>
            </a:r>
          </a:p>
          <a:p>
            <a:r>
              <a:rPr lang="en-GB" sz="1600" b="1" dirty="0">
                <a:solidFill>
                  <a:schemeClr val="tx1"/>
                </a:solidFill>
                <a:latin typeface="Calibri" panose="020F0502020204030204" pitchFamily="34" charset="0"/>
                <a:ea typeface="Calibri" panose="020F0502020204030204" pitchFamily="34" charset="0"/>
                <a:cs typeface="Calibri" panose="020F0502020204030204" pitchFamily="34" charset="0"/>
              </a:rPr>
              <a:t>This project aimed to build a ML system capable of extracting driving behaviour features from real Formula One race telemetry as well as sim racing video game telemetry to provide real-time feedback to drivers on how to improve their lap times, with a focus on improving cornering entry and exits.</a:t>
            </a:r>
            <a:endParaRPr lang="en-GB" sz="1600"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p:sp>
        <p:nvSpPr>
          <p:cNvPr id="14" name="Rectangle: Rounded Corners 13">
            <a:extLst>
              <a:ext uri="{FF2B5EF4-FFF2-40B4-BE49-F238E27FC236}">
                <a16:creationId xmlns:a16="http://schemas.microsoft.com/office/drawing/2014/main" id="{8E6298C8-913F-3313-A467-E69E9967C7E6}"/>
              </a:ext>
            </a:extLst>
          </p:cNvPr>
          <p:cNvSpPr/>
          <p:nvPr/>
        </p:nvSpPr>
        <p:spPr>
          <a:xfrm>
            <a:off x="443218" y="17778247"/>
            <a:ext cx="9957091" cy="5824704"/>
          </a:xfrm>
          <a:prstGeom prst="roundRect">
            <a:avLst/>
          </a:prstGeom>
          <a:solidFill>
            <a:schemeClr val="bg1"/>
          </a:solidFill>
          <a:ln w="254000">
            <a:solidFill>
              <a:schemeClr val="tx2"/>
            </a:solidFill>
          </a:ln>
        </p:spPr>
        <p:style>
          <a:lnRef idx="1">
            <a:schemeClr val="accent4"/>
          </a:lnRef>
          <a:fillRef idx="2">
            <a:schemeClr val="accent4"/>
          </a:fillRef>
          <a:effectRef idx="1">
            <a:schemeClr val="accent4"/>
          </a:effectRef>
          <a:fontRef idx="minor">
            <a:schemeClr val="dk1"/>
          </a:fontRef>
        </p:style>
        <p:txBody>
          <a:bodyPr numCol="2" rtlCol="0" anchor="ctr"/>
          <a:lstStyle/>
          <a:p>
            <a:r>
              <a:rPr lang="en-GB" sz="2400" b="1" dirty="0">
                <a:latin typeface="Calibri" panose="020F0502020204030204" pitchFamily="34" charset="0"/>
                <a:ea typeface="Calibri" panose="020F0502020204030204" pitchFamily="34" charset="0"/>
                <a:cs typeface="Calibri" panose="020F0502020204030204" pitchFamily="34" charset="0"/>
              </a:rPr>
              <a:t>Model &amp; Advice/Feedback Results:</a:t>
            </a:r>
            <a:br>
              <a:rPr lang="en-GB" sz="2400" b="1" dirty="0">
                <a:latin typeface="Calibri" panose="020F0502020204030204" pitchFamily="34" charset="0"/>
                <a:ea typeface="Calibri" panose="020F0502020204030204" pitchFamily="34" charset="0"/>
                <a:cs typeface="Calibri" panose="020F0502020204030204" pitchFamily="34" charset="0"/>
              </a:rPr>
            </a:br>
            <a:r>
              <a:rPr lang="en-GB" sz="1600" b="1" dirty="0">
                <a:latin typeface="Calibri" panose="020F0502020204030204" pitchFamily="34" charset="0"/>
                <a:ea typeface="Calibri" panose="020F0502020204030204" pitchFamily="34" charset="0"/>
                <a:cs typeface="Calibri" panose="020F0502020204030204" pitchFamily="34" charset="0"/>
              </a:rPr>
              <a:t>Game Model:</a:t>
            </a:r>
            <a:br>
              <a:rPr lang="en-GB" sz="1600" b="1" dirty="0">
                <a:latin typeface="Calibri" panose="020F0502020204030204" pitchFamily="34" charset="0"/>
                <a:ea typeface="Calibri" panose="020F0502020204030204" pitchFamily="34" charset="0"/>
                <a:cs typeface="Calibri" panose="020F0502020204030204" pitchFamily="34" charset="0"/>
              </a:rPr>
            </a:br>
            <a:r>
              <a:rPr lang="en-GB" sz="1600" dirty="0">
                <a:latin typeface="Calibri" panose="020F0502020204030204" pitchFamily="34" charset="0"/>
                <a:ea typeface="Calibri" panose="020F0502020204030204" pitchFamily="34" charset="0"/>
                <a:cs typeface="Calibri" panose="020F0502020204030204" pitchFamily="34" charset="0"/>
              </a:rPr>
              <a:t>- Average brake accuracy: </a:t>
            </a:r>
            <a:r>
              <a:rPr lang="en-GB" sz="1600" b="1" dirty="0">
                <a:latin typeface="Calibri" panose="020F0502020204030204" pitchFamily="34" charset="0"/>
                <a:ea typeface="Calibri" panose="020F0502020204030204" pitchFamily="34" charset="0"/>
                <a:cs typeface="Calibri" panose="020F0502020204030204" pitchFamily="34" charset="0"/>
              </a:rPr>
              <a:t>0.9853</a:t>
            </a:r>
            <a:br>
              <a:rPr lang="en-GB" sz="1600" dirty="0">
                <a:latin typeface="Calibri" panose="020F0502020204030204" pitchFamily="34" charset="0"/>
                <a:ea typeface="Calibri" panose="020F0502020204030204" pitchFamily="34" charset="0"/>
                <a:cs typeface="Calibri" panose="020F0502020204030204" pitchFamily="34" charset="0"/>
              </a:rPr>
            </a:br>
            <a:r>
              <a:rPr lang="en-GB" sz="1600" dirty="0">
                <a:latin typeface="Calibri" panose="020F0502020204030204" pitchFamily="34" charset="0"/>
                <a:ea typeface="Calibri" panose="020F0502020204030204" pitchFamily="34" charset="0"/>
                <a:cs typeface="Calibri" panose="020F0502020204030204" pitchFamily="34" charset="0"/>
              </a:rPr>
              <a:t>- Average throttle accuracy: </a:t>
            </a:r>
            <a:r>
              <a:rPr lang="en-GB" sz="1600" b="1" dirty="0">
                <a:latin typeface="Calibri" panose="020F0502020204030204" pitchFamily="34" charset="0"/>
                <a:ea typeface="Calibri" panose="020F0502020204030204" pitchFamily="34" charset="0"/>
                <a:cs typeface="Calibri" panose="020F0502020204030204" pitchFamily="34" charset="0"/>
              </a:rPr>
              <a:t>0.9872</a:t>
            </a:r>
            <a:br>
              <a:rPr lang="en-GB" sz="1600" dirty="0">
                <a:latin typeface="Calibri" panose="020F0502020204030204" pitchFamily="34" charset="0"/>
                <a:ea typeface="Calibri" panose="020F0502020204030204" pitchFamily="34" charset="0"/>
                <a:cs typeface="Calibri" panose="020F0502020204030204" pitchFamily="34" charset="0"/>
              </a:rPr>
            </a:br>
            <a:r>
              <a:rPr lang="en-GB" sz="1600" dirty="0">
                <a:latin typeface="Calibri" panose="020F0502020204030204" pitchFamily="34" charset="0"/>
                <a:ea typeface="Calibri" panose="020F0502020204030204" pitchFamily="34" charset="0"/>
                <a:cs typeface="Calibri" panose="020F0502020204030204" pitchFamily="34" charset="0"/>
              </a:rPr>
              <a:t>- Lowest accuracy: </a:t>
            </a:r>
            <a:r>
              <a:rPr lang="en-GB" sz="1600" b="1" dirty="0">
                <a:latin typeface="Calibri" panose="020F0502020204030204" pitchFamily="34" charset="0"/>
                <a:ea typeface="Calibri" panose="020F0502020204030204" pitchFamily="34" charset="0"/>
                <a:cs typeface="Calibri" panose="020F0502020204030204" pitchFamily="34" charset="0"/>
              </a:rPr>
              <a:t>Vegas</a:t>
            </a:r>
            <a:r>
              <a:rPr lang="en-GB" sz="1600" dirty="0">
                <a:latin typeface="Calibri" panose="020F0502020204030204" pitchFamily="34" charset="0"/>
                <a:ea typeface="Calibri" panose="020F0502020204030204" pitchFamily="34" charset="0"/>
                <a:cs typeface="Calibri" panose="020F0502020204030204" pitchFamily="34" charset="0"/>
              </a:rPr>
              <a:t> </a:t>
            </a:r>
            <a:r>
              <a:rPr lang="en-GB" sz="1600" b="1" dirty="0">
                <a:latin typeface="Calibri" panose="020F0502020204030204" pitchFamily="34" charset="0"/>
                <a:ea typeface="Calibri" panose="020F0502020204030204" pitchFamily="34" charset="0"/>
                <a:cs typeface="Calibri" panose="020F0502020204030204" pitchFamily="34" charset="0"/>
              </a:rPr>
              <a:t>- 0.9761 / Abu Dhabi – 0.9753</a:t>
            </a:r>
            <a:br>
              <a:rPr lang="en-GB" sz="1600" dirty="0">
                <a:latin typeface="Calibri" panose="020F0502020204030204" pitchFamily="34" charset="0"/>
                <a:ea typeface="Calibri" panose="020F0502020204030204" pitchFamily="34" charset="0"/>
                <a:cs typeface="Calibri" panose="020F0502020204030204" pitchFamily="34" charset="0"/>
              </a:rPr>
            </a:br>
            <a:endParaRPr lang="en-GB" sz="1600" dirty="0">
              <a:latin typeface="Calibri" panose="020F0502020204030204" pitchFamily="34" charset="0"/>
              <a:ea typeface="Calibri" panose="020F0502020204030204" pitchFamily="34" charset="0"/>
              <a:cs typeface="Calibri" panose="020F0502020204030204" pitchFamily="34" charset="0"/>
            </a:endParaRPr>
          </a:p>
          <a:p>
            <a:r>
              <a:rPr lang="en-GB" sz="1600" b="1" dirty="0">
                <a:latin typeface="Calibri" panose="020F0502020204030204" pitchFamily="34" charset="0"/>
                <a:ea typeface="Calibri" panose="020F0502020204030204" pitchFamily="34" charset="0"/>
                <a:cs typeface="Calibri" panose="020F0502020204030204" pitchFamily="34" charset="0"/>
              </a:rPr>
              <a:t>Historical Model:</a:t>
            </a:r>
            <a:br>
              <a:rPr lang="en-GB" sz="1600" b="1" dirty="0">
                <a:latin typeface="Calibri" panose="020F0502020204030204" pitchFamily="34" charset="0"/>
                <a:ea typeface="Calibri" panose="020F0502020204030204" pitchFamily="34" charset="0"/>
                <a:cs typeface="Calibri" panose="020F0502020204030204" pitchFamily="34" charset="0"/>
              </a:rPr>
            </a:br>
            <a:r>
              <a:rPr lang="en-GB" sz="1600" dirty="0">
                <a:latin typeface="Calibri" panose="020F0502020204030204" pitchFamily="34" charset="0"/>
                <a:ea typeface="Calibri" panose="020F0502020204030204" pitchFamily="34" charset="0"/>
                <a:cs typeface="Calibri" panose="020F0502020204030204" pitchFamily="34" charset="0"/>
              </a:rPr>
              <a:t>- Average brake accuracy: </a:t>
            </a:r>
            <a:r>
              <a:rPr lang="en-GB" sz="1600" b="1" dirty="0">
                <a:latin typeface="Calibri" panose="020F0502020204030204" pitchFamily="34" charset="0"/>
                <a:ea typeface="Calibri" panose="020F0502020204030204" pitchFamily="34" charset="0"/>
                <a:cs typeface="Calibri" panose="020F0502020204030204" pitchFamily="34" charset="0"/>
              </a:rPr>
              <a:t>0.9677</a:t>
            </a:r>
            <a:br>
              <a:rPr lang="en-GB" sz="1600" dirty="0">
                <a:latin typeface="Calibri" panose="020F0502020204030204" pitchFamily="34" charset="0"/>
                <a:ea typeface="Calibri" panose="020F0502020204030204" pitchFamily="34" charset="0"/>
                <a:cs typeface="Calibri" panose="020F0502020204030204" pitchFamily="34" charset="0"/>
              </a:rPr>
            </a:br>
            <a:r>
              <a:rPr lang="en-GB" sz="1600" dirty="0">
                <a:latin typeface="Calibri" panose="020F0502020204030204" pitchFamily="34" charset="0"/>
                <a:ea typeface="Calibri" panose="020F0502020204030204" pitchFamily="34" charset="0"/>
                <a:cs typeface="Calibri" panose="020F0502020204030204" pitchFamily="34" charset="0"/>
              </a:rPr>
              <a:t>- Average throttle accuracy: </a:t>
            </a:r>
            <a:r>
              <a:rPr lang="en-GB" sz="1600" b="1" dirty="0">
                <a:latin typeface="Calibri" panose="020F0502020204030204" pitchFamily="34" charset="0"/>
                <a:ea typeface="Calibri" panose="020F0502020204030204" pitchFamily="34" charset="0"/>
                <a:cs typeface="Calibri" panose="020F0502020204030204" pitchFamily="34" charset="0"/>
              </a:rPr>
              <a:t>0.9885</a:t>
            </a:r>
            <a:br>
              <a:rPr lang="en-GB" sz="1600" dirty="0">
                <a:latin typeface="Calibri" panose="020F0502020204030204" pitchFamily="34" charset="0"/>
                <a:ea typeface="Calibri" panose="020F0502020204030204" pitchFamily="34" charset="0"/>
                <a:cs typeface="Calibri" panose="020F0502020204030204" pitchFamily="34" charset="0"/>
              </a:rPr>
            </a:br>
            <a:r>
              <a:rPr lang="en-GB" sz="1600" dirty="0">
                <a:latin typeface="Calibri" panose="020F0502020204030204" pitchFamily="34" charset="0"/>
                <a:ea typeface="Calibri" panose="020F0502020204030204" pitchFamily="34" charset="0"/>
                <a:cs typeface="Calibri" panose="020F0502020204030204" pitchFamily="34" charset="0"/>
              </a:rPr>
              <a:t>- Lowest accuracy: </a:t>
            </a:r>
            <a:r>
              <a:rPr lang="en-GB" sz="1600" b="1" dirty="0">
                <a:latin typeface="Calibri" panose="020F0502020204030204" pitchFamily="34" charset="0"/>
                <a:ea typeface="Calibri" panose="020F0502020204030204" pitchFamily="34" charset="0"/>
                <a:cs typeface="Calibri" panose="020F0502020204030204" pitchFamily="34" charset="0"/>
              </a:rPr>
              <a:t>Monaco – 0.9374 / 0.9606</a:t>
            </a:r>
            <a:endParaRPr lang="en-GB" sz="1600" dirty="0">
              <a:latin typeface="Calibri" panose="020F0502020204030204" pitchFamily="34" charset="0"/>
              <a:ea typeface="Calibri" panose="020F0502020204030204" pitchFamily="34" charset="0"/>
              <a:cs typeface="Calibri" panose="020F0502020204030204" pitchFamily="34" charset="0"/>
            </a:endParaRPr>
          </a:p>
          <a:p>
            <a:endParaRPr lang="en-GB" sz="1600" b="1" dirty="0">
              <a:latin typeface="Calibri" panose="020F0502020204030204" pitchFamily="34" charset="0"/>
              <a:ea typeface="Calibri" panose="020F0502020204030204" pitchFamily="34" charset="0"/>
              <a:cs typeface="Calibri" panose="020F0502020204030204" pitchFamily="34" charset="0"/>
            </a:endParaRPr>
          </a:p>
          <a:p>
            <a:r>
              <a:rPr lang="en-GB" sz="1600" b="1" dirty="0">
                <a:latin typeface="Calibri" panose="020F0502020204030204" pitchFamily="34" charset="0"/>
                <a:ea typeface="Calibri" panose="020F0502020204030204" pitchFamily="34" charset="0"/>
                <a:cs typeface="Calibri" panose="020F0502020204030204" pitchFamily="34" charset="0"/>
              </a:rPr>
              <a:t>Speed Model:</a:t>
            </a:r>
            <a:br>
              <a:rPr lang="en-GB" sz="1600" b="1" dirty="0">
                <a:latin typeface="Calibri" panose="020F0502020204030204" pitchFamily="34" charset="0"/>
                <a:ea typeface="Calibri" panose="020F0502020204030204" pitchFamily="34" charset="0"/>
                <a:cs typeface="Calibri" panose="020F0502020204030204" pitchFamily="34" charset="0"/>
              </a:rPr>
            </a:br>
            <a:r>
              <a:rPr lang="en-GB" sz="1600" dirty="0">
                <a:latin typeface="Calibri" panose="020F0502020204030204" pitchFamily="34" charset="0"/>
                <a:ea typeface="Calibri" panose="020F0502020204030204" pitchFamily="34" charset="0"/>
                <a:cs typeface="Calibri" panose="020F0502020204030204" pitchFamily="34" charset="0"/>
              </a:rPr>
              <a:t>- Average MAE: </a:t>
            </a:r>
            <a:r>
              <a:rPr lang="en-GB" sz="1600" b="1" dirty="0">
                <a:latin typeface="Calibri" panose="020F0502020204030204" pitchFamily="34" charset="0"/>
                <a:ea typeface="Calibri" panose="020F0502020204030204" pitchFamily="34" charset="0"/>
                <a:cs typeface="Calibri" panose="020F0502020204030204" pitchFamily="34" charset="0"/>
              </a:rPr>
              <a:t>1.6968</a:t>
            </a:r>
            <a:endParaRPr lang="en-GB" sz="1600" dirty="0">
              <a:latin typeface="Calibri" panose="020F0502020204030204" pitchFamily="34" charset="0"/>
              <a:ea typeface="Calibri" panose="020F0502020204030204" pitchFamily="34" charset="0"/>
              <a:cs typeface="Calibri" panose="020F0502020204030204" pitchFamily="34" charset="0"/>
            </a:endParaRPr>
          </a:p>
          <a:p>
            <a:r>
              <a:rPr lang="en-GB" sz="1600" dirty="0">
                <a:latin typeface="Calibri" panose="020F0502020204030204" pitchFamily="34" charset="0"/>
                <a:ea typeface="Calibri" panose="020F0502020204030204" pitchFamily="34" charset="0"/>
                <a:cs typeface="Calibri" panose="020F0502020204030204" pitchFamily="34" charset="0"/>
              </a:rPr>
              <a:t>- Average R</a:t>
            </a:r>
            <a:r>
              <a:rPr lang="en-GB" sz="1600" baseline="30000" dirty="0">
                <a:latin typeface="Calibri" panose="020F0502020204030204" pitchFamily="34" charset="0"/>
                <a:ea typeface="Calibri" panose="020F0502020204030204" pitchFamily="34" charset="0"/>
                <a:cs typeface="Calibri" panose="020F0502020204030204" pitchFamily="34" charset="0"/>
              </a:rPr>
              <a:t>2</a:t>
            </a:r>
            <a:r>
              <a:rPr lang="en-GB" sz="1600" dirty="0">
                <a:latin typeface="Calibri" panose="020F0502020204030204" pitchFamily="34" charset="0"/>
                <a:ea typeface="Calibri" panose="020F0502020204030204" pitchFamily="34" charset="0"/>
                <a:cs typeface="Calibri" panose="020F0502020204030204" pitchFamily="34" charset="0"/>
              </a:rPr>
              <a:t>: </a:t>
            </a:r>
            <a:r>
              <a:rPr lang="en-GB" sz="1600" b="1" dirty="0">
                <a:latin typeface="Calibri" panose="020F0502020204030204" pitchFamily="34" charset="0"/>
                <a:ea typeface="Calibri" panose="020F0502020204030204" pitchFamily="34" charset="0"/>
                <a:cs typeface="Calibri" panose="020F0502020204030204" pitchFamily="34" charset="0"/>
              </a:rPr>
              <a:t>0.9984</a:t>
            </a:r>
            <a:br>
              <a:rPr lang="en-GB" sz="1600" dirty="0">
                <a:latin typeface="Calibri" panose="020F0502020204030204" pitchFamily="34" charset="0"/>
                <a:ea typeface="Calibri" panose="020F0502020204030204" pitchFamily="34" charset="0"/>
                <a:cs typeface="Calibri" panose="020F0502020204030204" pitchFamily="34" charset="0"/>
              </a:rPr>
            </a:br>
            <a:r>
              <a:rPr lang="en-GB" sz="1600" dirty="0">
                <a:latin typeface="Calibri" panose="020F0502020204030204" pitchFamily="34" charset="0"/>
                <a:ea typeface="Calibri" panose="020F0502020204030204" pitchFamily="34" charset="0"/>
                <a:cs typeface="Calibri" panose="020F0502020204030204" pitchFamily="34" charset="0"/>
              </a:rPr>
              <a:t>- Lowest accuracy: </a:t>
            </a:r>
            <a:r>
              <a:rPr lang="en-GB" sz="1600" b="1" dirty="0">
                <a:latin typeface="Calibri" panose="020F0502020204030204" pitchFamily="34" charset="0"/>
                <a:ea typeface="Calibri" panose="020F0502020204030204" pitchFamily="34" charset="0"/>
                <a:cs typeface="Calibri" panose="020F0502020204030204" pitchFamily="34" charset="0"/>
              </a:rPr>
              <a:t>Miami – 1.3621 / Jeddah – 0.9964</a:t>
            </a:r>
          </a:p>
          <a:p>
            <a:endParaRPr lang="en-GB" sz="1600" b="1" dirty="0">
              <a:latin typeface="Calibri" panose="020F0502020204030204" pitchFamily="34" charset="0"/>
              <a:ea typeface="Calibri" panose="020F0502020204030204" pitchFamily="34" charset="0"/>
              <a:cs typeface="Calibri" panose="020F0502020204030204" pitchFamily="34" charset="0"/>
            </a:endParaRPr>
          </a:p>
          <a:p>
            <a:endParaRPr lang="en-GB" sz="1600" b="1" dirty="0">
              <a:latin typeface="Calibri" panose="020F0502020204030204" pitchFamily="34" charset="0"/>
              <a:ea typeface="Calibri" panose="020F0502020204030204" pitchFamily="34" charset="0"/>
              <a:cs typeface="Calibri" panose="020F0502020204030204" pitchFamily="34" charset="0"/>
            </a:endParaRPr>
          </a:p>
          <a:p>
            <a:endParaRPr lang="en-GB" sz="1600" b="1" dirty="0">
              <a:latin typeface="Calibri" panose="020F0502020204030204" pitchFamily="34" charset="0"/>
              <a:ea typeface="Calibri" panose="020F0502020204030204" pitchFamily="34" charset="0"/>
              <a:cs typeface="Calibri" panose="020F0502020204030204" pitchFamily="34" charset="0"/>
            </a:endParaRPr>
          </a:p>
          <a:p>
            <a:endParaRPr lang="en-GB" sz="1600" b="1" dirty="0">
              <a:latin typeface="Calibri" panose="020F0502020204030204" pitchFamily="34" charset="0"/>
              <a:ea typeface="Calibri" panose="020F0502020204030204" pitchFamily="34" charset="0"/>
              <a:cs typeface="Calibri" panose="020F0502020204030204" pitchFamily="34" charset="0"/>
            </a:endParaRPr>
          </a:p>
          <a:p>
            <a:endParaRPr lang="en-GB" sz="1600" b="1" dirty="0">
              <a:latin typeface="Calibri" panose="020F0502020204030204" pitchFamily="34" charset="0"/>
              <a:ea typeface="Calibri" panose="020F0502020204030204" pitchFamily="34" charset="0"/>
              <a:cs typeface="Calibri" panose="020F0502020204030204" pitchFamily="34" charset="0"/>
            </a:endParaRPr>
          </a:p>
          <a:p>
            <a:endParaRPr lang="en-GB" sz="1600" b="1" dirty="0">
              <a:latin typeface="Calibri" panose="020F0502020204030204" pitchFamily="34" charset="0"/>
              <a:ea typeface="Calibri" panose="020F0502020204030204" pitchFamily="34" charset="0"/>
              <a:cs typeface="Calibri" panose="020F0502020204030204" pitchFamily="34" charset="0"/>
            </a:endParaRPr>
          </a:p>
          <a:p>
            <a:endParaRPr lang="en-GB" sz="1600" b="1" dirty="0">
              <a:latin typeface="Calibri" panose="020F0502020204030204" pitchFamily="34" charset="0"/>
              <a:ea typeface="Calibri" panose="020F0502020204030204" pitchFamily="34" charset="0"/>
              <a:cs typeface="Calibri" panose="020F0502020204030204" pitchFamily="34" charset="0"/>
            </a:endParaRPr>
          </a:p>
          <a:p>
            <a:endParaRPr lang="en-GB" sz="1600" b="1" dirty="0">
              <a:latin typeface="Calibri" panose="020F0502020204030204" pitchFamily="34" charset="0"/>
              <a:ea typeface="Calibri" panose="020F0502020204030204" pitchFamily="34" charset="0"/>
              <a:cs typeface="Calibri" panose="020F0502020204030204" pitchFamily="34" charset="0"/>
            </a:endParaRPr>
          </a:p>
          <a:p>
            <a:endParaRPr lang="en-GB" sz="1600" b="1" dirty="0">
              <a:latin typeface="Calibri" panose="020F0502020204030204" pitchFamily="34" charset="0"/>
              <a:ea typeface="Calibri" panose="020F0502020204030204" pitchFamily="34" charset="0"/>
              <a:cs typeface="Calibri" panose="020F0502020204030204" pitchFamily="34" charset="0"/>
            </a:endParaRPr>
          </a:p>
          <a:p>
            <a:endParaRPr lang="en-GB" sz="1600" b="1" dirty="0">
              <a:latin typeface="Calibri" panose="020F0502020204030204" pitchFamily="34" charset="0"/>
              <a:ea typeface="Calibri" panose="020F0502020204030204" pitchFamily="34" charset="0"/>
              <a:cs typeface="Calibri" panose="020F0502020204030204" pitchFamily="34" charset="0"/>
            </a:endParaRPr>
          </a:p>
          <a:p>
            <a:endParaRPr lang="en-GB" sz="1600" b="1" dirty="0">
              <a:latin typeface="Calibri" panose="020F0502020204030204" pitchFamily="34" charset="0"/>
              <a:ea typeface="Calibri" panose="020F0502020204030204" pitchFamily="34" charset="0"/>
              <a:cs typeface="Calibri" panose="020F0502020204030204" pitchFamily="34" charset="0"/>
            </a:endParaRPr>
          </a:p>
          <a:p>
            <a:endParaRPr lang="en-GB" sz="1600" b="1" dirty="0">
              <a:latin typeface="Calibri" panose="020F0502020204030204" pitchFamily="34" charset="0"/>
              <a:ea typeface="Calibri" panose="020F0502020204030204" pitchFamily="34" charset="0"/>
              <a:cs typeface="Calibri" panose="020F0502020204030204" pitchFamily="34" charset="0"/>
            </a:endParaRPr>
          </a:p>
          <a:p>
            <a:endParaRPr lang="en-GB" sz="1600" b="1" dirty="0">
              <a:latin typeface="Calibri" panose="020F0502020204030204" pitchFamily="34" charset="0"/>
              <a:ea typeface="Calibri" panose="020F0502020204030204" pitchFamily="34" charset="0"/>
              <a:cs typeface="Calibri" panose="020F0502020204030204" pitchFamily="34" charset="0"/>
            </a:endParaRPr>
          </a:p>
          <a:p>
            <a:endParaRPr lang="en-GB" sz="1600" b="1" dirty="0">
              <a:latin typeface="Calibri" panose="020F0502020204030204" pitchFamily="34" charset="0"/>
              <a:ea typeface="Calibri" panose="020F0502020204030204" pitchFamily="34" charset="0"/>
              <a:cs typeface="Calibri" panose="020F0502020204030204" pitchFamily="34" charset="0"/>
            </a:endParaRPr>
          </a:p>
          <a:p>
            <a:endParaRPr lang="en-GB" sz="1600" b="1" dirty="0">
              <a:latin typeface="Calibri" panose="020F0502020204030204" pitchFamily="34" charset="0"/>
              <a:ea typeface="Calibri" panose="020F0502020204030204" pitchFamily="34" charset="0"/>
              <a:cs typeface="Calibri" panose="020F0502020204030204" pitchFamily="34" charset="0"/>
            </a:endParaRPr>
          </a:p>
          <a:p>
            <a:endParaRPr lang="en-GB" sz="1600" b="1" dirty="0">
              <a:latin typeface="Calibri" panose="020F0502020204030204" pitchFamily="34" charset="0"/>
              <a:ea typeface="Calibri" panose="020F0502020204030204" pitchFamily="34" charset="0"/>
              <a:cs typeface="Calibri" panose="020F0502020204030204" pitchFamily="34" charset="0"/>
            </a:endParaRPr>
          </a:p>
          <a:p>
            <a:endParaRPr lang="en-GB" sz="1600" b="1" dirty="0">
              <a:latin typeface="Calibri" panose="020F0502020204030204" pitchFamily="34" charset="0"/>
              <a:ea typeface="Calibri" panose="020F0502020204030204" pitchFamily="34" charset="0"/>
              <a:cs typeface="Calibri" panose="020F0502020204030204" pitchFamily="34" charset="0"/>
            </a:endParaRPr>
          </a:p>
          <a:p>
            <a:endParaRPr lang="en-GB" sz="1600" b="1" dirty="0">
              <a:latin typeface="Calibri" panose="020F0502020204030204" pitchFamily="34" charset="0"/>
              <a:ea typeface="Calibri" panose="020F0502020204030204" pitchFamily="34" charset="0"/>
              <a:cs typeface="Calibri" panose="020F0502020204030204" pitchFamily="34" charset="0"/>
            </a:endParaRPr>
          </a:p>
          <a:p>
            <a:r>
              <a:rPr lang="en-GB" sz="1600" b="1" dirty="0">
                <a:latin typeface="Calibri" panose="020F0502020204030204" pitchFamily="34" charset="0"/>
                <a:ea typeface="Calibri" panose="020F0502020204030204" pitchFamily="34" charset="0"/>
                <a:cs typeface="Calibri" panose="020F0502020204030204" pitchFamily="34" charset="0"/>
              </a:rPr>
              <a:t>Something in this column too idk</a:t>
            </a:r>
          </a:p>
        </p:txBody>
      </p:sp>
      <p:sp>
        <p:nvSpPr>
          <p:cNvPr id="3" name="Rectangle: Rounded Corners 2">
            <a:extLst>
              <a:ext uri="{FF2B5EF4-FFF2-40B4-BE49-F238E27FC236}">
                <a16:creationId xmlns:a16="http://schemas.microsoft.com/office/drawing/2014/main" id="{F2935F09-33C9-CC38-97D3-73F5D052BE49}"/>
              </a:ext>
            </a:extLst>
          </p:cNvPr>
          <p:cNvSpPr/>
          <p:nvPr/>
        </p:nvSpPr>
        <p:spPr>
          <a:xfrm>
            <a:off x="435530" y="7234064"/>
            <a:ext cx="9972464" cy="3777333"/>
          </a:xfrm>
          <a:prstGeom prst="roundRect">
            <a:avLst/>
          </a:prstGeom>
          <a:solidFill>
            <a:schemeClr val="bg1"/>
          </a:solidFill>
          <a:ln w="254000">
            <a:solidFill>
              <a:schemeClr val="tx2"/>
            </a:solidFill>
          </a:ln>
        </p:spPr>
        <p:style>
          <a:lnRef idx="1">
            <a:schemeClr val="accent4"/>
          </a:lnRef>
          <a:fillRef idx="2">
            <a:schemeClr val="accent4"/>
          </a:fillRef>
          <a:effectRef idx="1">
            <a:schemeClr val="accent4"/>
          </a:effectRef>
          <a:fontRef idx="minor">
            <a:schemeClr val="dk1"/>
          </a:fontRef>
        </p:style>
        <p:txBody>
          <a:bodyPr rtlCol="0" anchor="ctr"/>
          <a:lstStyle/>
          <a:p>
            <a:r>
              <a:rPr lang="en-GB" sz="2400" b="1" dirty="0">
                <a:solidFill>
                  <a:schemeClr val="tx1"/>
                </a:solidFill>
                <a:latin typeface="Calibri" panose="020F0502020204030204" pitchFamily="34" charset="0"/>
                <a:ea typeface="Calibri" panose="020F0502020204030204" pitchFamily="34" charset="0"/>
                <a:cs typeface="Calibri" panose="020F0502020204030204" pitchFamily="34" charset="0"/>
              </a:rPr>
              <a:t>Data Collection &amp; Preprocessing:</a:t>
            </a:r>
            <a:br>
              <a:rPr lang="en-GB" sz="2400" b="1" dirty="0">
                <a:solidFill>
                  <a:schemeClr val="tx1"/>
                </a:solidFill>
                <a:latin typeface="Calibri" panose="020F0502020204030204" pitchFamily="34" charset="0"/>
                <a:ea typeface="Calibri" panose="020F0502020204030204" pitchFamily="34" charset="0"/>
                <a:cs typeface="Calibri" panose="020F0502020204030204" pitchFamily="34" charset="0"/>
              </a:rPr>
            </a:br>
            <a:r>
              <a:rPr lang="en-GB" sz="1600" dirty="0">
                <a:solidFill>
                  <a:schemeClr val="tx1"/>
                </a:solidFill>
                <a:latin typeface="Calibri" panose="020F0502020204030204" pitchFamily="34" charset="0"/>
                <a:ea typeface="Calibri" panose="020F0502020204030204" pitchFamily="34" charset="0"/>
                <a:cs typeface="Calibri" panose="020F0502020204030204" pitchFamily="34" charset="0"/>
              </a:rPr>
              <a:t>Publicly available telemetric data from real Formula One races were accessed using the FastF1 Python library. From here, fast-lap qualifying data from events under dry conditions are taken to form the historical dataset.</a:t>
            </a:r>
          </a:p>
          <a:p>
            <a:r>
              <a:rPr lang="en-GB" sz="1600" b="1" dirty="0">
                <a:solidFill>
                  <a:schemeClr val="tx1"/>
                </a:solidFill>
                <a:latin typeface="Calibri" panose="020F0502020204030204" pitchFamily="34" charset="0"/>
                <a:ea typeface="Calibri" panose="020F0502020204030204" pitchFamily="34" charset="0"/>
                <a:cs typeface="Calibri" panose="020F0502020204030204" pitchFamily="34" charset="0"/>
              </a:rPr>
              <a:t>AI (CPU) qualifying data from the F1 25 game was harvested using Telemetry Tool by Iko Rein.</a:t>
            </a:r>
            <a:r>
              <a:rPr lang="en-GB" sz="1600" dirty="0">
                <a:solidFill>
                  <a:schemeClr val="tx1"/>
                </a:solidFill>
                <a:latin typeface="Calibri" panose="020F0502020204030204" pitchFamily="34" charset="0"/>
                <a:ea typeface="Calibri" panose="020F0502020204030204" pitchFamily="34" charset="0"/>
                <a:cs typeface="Calibri" panose="020F0502020204030204" pitchFamily="34" charset="0"/>
              </a:rPr>
              <a:t> </a:t>
            </a:r>
            <a:r>
              <a:rPr lang="en-GB" sz="1600" b="1" dirty="0">
                <a:solidFill>
                  <a:schemeClr val="tx1"/>
                </a:solidFill>
                <a:latin typeface="Calibri" panose="020F0502020204030204" pitchFamily="34" charset="0"/>
                <a:ea typeface="Calibri" panose="020F0502020204030204" pitchFamily="34" charset="0"/>
                <a:cs typeface="Calibri" panose="020F0502020204030204" pitchFamily="34" charset="0"/>
              </a:rPr>
              <a:t>This was run under conditions with equal performance across all cars, as well as exclusively time-fixed dry conditions to eliminate potential variability.</a:t>
            </a:r>
          </a:p>
          <a:p>
            <a:r>
              <a:rPr lang="en-GB" sz="1600" dirty="0">
                <a:solidFill>
                  <a:schemeClr val="tx1"/>
                </a:solidFill>
                <a:latin typeface="Calibri" panose="020F0502020204030204" pitchFamily="34" charset="0"/>
                <a:ea typeface="Calibri" panose="020F0502020204030204" pitchFamily="34" charset="0"/>
                <a:cs typeface="Calibri" panose="020F0502020204030204" pitchFamily="34" charset="0"/>
              </a:rPr>
              <a:t>Preprocessing was applied to all data collected. Historical throttle and braking values were binarised and temporally interpolated to every 0.05s (20hz). Game coordinates were realigned to match real-world values, with its throttle and braking values normalised to 0-1. The data were interpolated to match 5 metre track intervals, appropriate for the 20hz sample intervals, so that comparisons between laps had reliable accuracy. </a:t>
            </a:r>
          </a:p>
          <a:p>
            <a:r>
              <a:rPr lang="en-GB" sz="1600" b="1" dirty="0">
                <a:solidFill>
                  <a:schemeClr val="tx1"/>
                </a:solidFill>
                <a:latin typeface="Calibri" panose="020F0502020204030204" pitchFamily="34" charset="0"/>
                <a:ea typeface="Calibri" panose="020F0502020204030204" pitchFamily="34" charset="0"/>
                <a:cs typeface="Calibri" panose="020F0502020204030204" pitchFamily="34" charset="0"/>
              </a:rPr>
              <a:t>Data had the following columns: distance, x, y, z, norm_speed, speed, time, throttle, brake, gear, drs, rpm.</a:t>
            </a:r>
            <a:endParaRPr lang="en-GB" sz="2400" b="1" dirty="0">
              <a:solidFill>
                <a:schemeClr val="tx1"/>
              </a:solidFill>
              <a:latin typeface="Calibri" panose="020F0502020204030204" pitchFamily="34" charset="0"/>
              <a:ea typeface="Calibri" panose="020F0502020204030204" pitchFamily="34" charset="0"/>
              <a:cs typeface="Calibri" panose="020F0502020204030204" pitchFamily="34" charset="0"/>
            </a:endParaRPr>
          </a:p>
        </p:txBody>
      </p:sp>
      <p:grpSp>
        <p:nvGrpSpPr>
          <p:cNvPr id="11" name="Group 10">
            <a:extLst>
              <a:ext uri="{FF2B5EF4-FFF2-40B4-BE49-F238E27FC236}">
                <a16:creationId xmlns:a16="http://schemas.microsoft.com/office/drawing/2014/main" id="{3BFB25DB-8FD1-81DD-DCF0-2F3EE7C54E67}"/>
              </a:ext>
            </a:extLst>
          </p:cNvPr>
          <p:cNvGrpSpPr/>
          <p:nvPr/>
        </p:nvGrpSpPr>
        <p:grpSpPr>
          <a:xfrm>
            <a:off x="11455577" y="5470306"/>
            <a:ext cx="4541593" cy="2005918"/>
            <a:chOff x="10801689" y="4065336"/>
            <a:chExt cx="6154818" cy="2865483"/>
          </a:xfrm>
        </p:grpSpPr>
        <p:pic>
          <p:nvPicPr>
            <p:cNvPr id="20" name="Picture 19">
              <a:extLst>
                <a:ext uri="{FF2B5EF4-FFF2-40B4-BE49-F238E27FC236}">
                  <a16:creationId xmlns:a16="http://schemas.microsoft.com/office/drawing/2014/main" id="{CFD3E36D-F382-F785-206B-D605246EFCD7}"/>
                </a:ext>
              </a:extLst>
            </p:cNvPr>
            <p:cNvPicPr>
              <a:picLocks noChangeAspect="1"/>
            </p:cNvPicPr>
            <p:nvPr/>
          </p:nvPicPr>
          <p:blipFill>
            <a:blip r:embed="rId3"/>
            <a:stretch>
              <a:fillRect/>
            </a:stretch>
          </p:blipFill>
          <p:spPr>
            <a:xfrm>
              <a:off x="10915879" y="4065336"/>
              <a:ext cx="5723940" cy="2578918"/>
            </a:xfrm>
            <a:prstGeom prst="rect">
              <a:avLst/>
            </a:prstGeom>
          </p:spPr>
        </p:pic>
        <p:sp>
          <p:nvSpPr>
            <p:cNvPr id="10" name="TextBox 9">
              <a:extLst>
                <a:ext uri="{FF2B5EF4-FFF2-40B4-BE49-F238E27FC236}">
                  <a16:creationId xmlns:a16="http://schemas.microsoft.com/office/drawing/2014/main" id="{CA9944B3-6E95-E157-44E2-27265B6D8B79}"/>
                </a:ext>
              </a:extLst>
            </p:cNvPr>
            <p:cNvSpPr txBox="1"/>
            <p:nvPr/>
          </p:nvSpPr>
          <p:spPr>
            <a:xfrm>
              <a:off x="10801689" y="6592264"/>
              <a:ext cx="6154818" cy="338555"/>
            </a:xfrm>
            <a:prstGeom prst="rect">
              <a:avLst/>
            </a:prstGeom>
            <a:noFill/>
          </p:spPr>
          <p:txBody>
            <a:bodyPr wrap="square" rtlCol="0">
              <a:spAutoFit/>
            </a:bodyPr>
            <a:lstStyle/>
            <a:p>
              <a:r>
                <a:rPr lang="en-GB" sz="1600" b="1" dirty="0"/>
                <a:t>Figure 1: </a:t>
              </a:r>
              <a:r>
                <a:rPr lang="en-GB" sz="1600" dirty="0"/>
                <a:t>Curvature over Distance Plot for the Red Bull Ring (Austria).</a:t>
              </a:r>
              <a:endParaRPr lang="en-GB" sz="1600" b="1" dirty="0"/>
            </a:p>
          </p:txBody>
        </p:sp>
      </p:grpSp>
      <p:grpSp>
        <p:nvGrpSpPr>
          <p:cNvPr id="19" name="Group 18">
            <a:extLst>
              <a:ext uri="{FF2B5EF4-FFF2-40B4-BE49-F238E27FC236}">
                <a16:creationId xmlns:a16="http://schemas.microsoft.com/office/drawing/2014/main" id="{F4BC4623-EAD9-CB3F-B5B3-CC881163C38B}"/>
              </a:ext>
            </a:extLst>
          </p:cNvPr>
          <p:cNvGrpSpPr/>
          <p:nvPr/>
        </p:nvGrpSpPr>
        <p:grpSpPr>
          <a:xfrm>
            <a:off x="11455577" y="7963749"/>
            <a:ext cx="3272793" cy="2524307"/>
            <a:chOff x="10845670" y="6707406"/>
            <a:chExt cx="6336178" cy="3948387"/>
          </a:xfrm>
        </p:grpSpPr>
        <p:grpSp>
          <p:nvGrpSpPr>
            <p:cNvPr id="15" name="Group 14">
              <a:extLst>
                <a:ext uri="{FF2B5EF4-FFF2-40B4-BE49-F238E27FC236}">
                  <a16:creationId xmlns:a16="http://schemas.microsoft.com/office/drawing/2014/main" id="{2C11DD64-CABE-CA55-55CE-448EDC0C8F4E}"/>
                </a:ext>
              </a:extLst>
            </p:cNvPr>
            <p:cNvGrpSpPr/>
            <p:nvPr/>
          </p:nvGrpSpPr>
          <p:grpSpPr>
            <a:xfrm>
              <a:off x="11042337" y="6707406"/>
              <a:ext cx="5076721" cy="2916740"/>
              <a:chOff x="10915877" y="7365592"/>
              <a:chExt cx="5076721" cy="2916740"/>
            </a:xfrm>
          </p:grpSpPr>
          <p:pic>
            <p:nvPicPr>
              <p:cNvPr id="16" name="Picture 15">
                <a:extLst>
                  <a:ext uri="{FF2B5EF4-FFF2-40B4-BE49-F238E27FC236}">
                    <a16:creationId xmlns:a16="http://schemas.microsoft.com/office/drawing/2014/main" id="{8C629B29-B49F-AE4D-B983-68DF8FC4E32E}"/>
                  </a:ext>
                </a:extLst>
              </p:cNvPr>
              <p:cNvPicPr>
                <a:picLocks noChangeAspect="1"/>
              </p:cNvPicPr>
              <p:nvPr/>
            </p:nvPicPr>
            <p:blipFill>
              <a:blip r:embed="rId4"/>
              <a:stretch>
                <a:fillRect/>
              </a:stretch>
            </p:blipFill>
            <p:spPr>
              <a:xfrm>
                <a:off x="10915877" y="7365592"/>
                <a:ext cx="1980337" cy="2916740"/>
              </a:xfrm>
              <a:prstGeom prst="rect">
                <a:avLst/>
              </a:prstGeom>
            </p:spPr>
          </p:pic>
          <p:pic>
            <p:nvPicPr>
              <p:cNvPr id="18" name="Picture 17">
                <a:extLst>
                  <a:ext uri="{FF2B5EF4-FFF2-40B4-BE49-F238E27FC236}">
                    <a16:creationId xmlns:a16="http://schemas.microsoft.com/office/drawing/2014/main" id="{4EAF249F-FBD2-2B79-F522-372ED78F52BC}"/>
                  </a:ext>
                </a:extLst>
              </p:cNvPr>
              <p:cNvPicPr>
                <a:picLocks noChangeAspect="1"/>
              </p:cNvPicPr>
              <p:nvPr/>
            </p:nvPicPr>
            <p:blipFill>
              <a:blip r:embed="rId5"/>
              <a:stretch>
                <a:fillRect/>
              </a:stretch>
            </p:blipFill>
            <p:spPr>
              <a:xfrm>
                <a:off x="14233695" y="7384121"/>
                <a:ext cx="1758903" cy="2883890"/>
              </a:xfrm>
              <a:prstGeom prst="rect">
                <a:avLst/>
              </a:prstGeom>
            </p:spPr>
          </p:pic>
        </p:grpSp>
        <p:sp>
          <p:nvSpPr>
            <p:cNvPr id="17" name="TextBox 16">
              <a:extLst>
                <a:ext uri="{FF2B5EF4-FFF2-40B4-BE49-F238E27FC236}">
                  <a16:creationId xmlns:a16="http://schemas.microsoft.com/office/drawing/2014/main" id="{8D17F905-2A11-8104-169A-6083B82773C8}"/>
                </a:ext>
              </a:extLst>
            </p:cNvPr>
            <p:cNvSpPr txBox="1"/>
            <p:nvPr/>
          </p:nvSpPr>
          <p:spPr>
            <a:xfrm>
              <a:off x="10845670" y="9741119"/>
              <a:ext cx="6336178" cy="914674"/>
            </a:xfrm>
            <a:prstGeom prst="rect">
              <a:avLst/>
            </a:prstGeom>
            <a:noFill/>
          </p:spPr>
          <p:txBody>
            <a:bodyPr wrap="square" rtlCol="0">
              <a:spAutoFit/>
            </a:bodyPr>
            <a:lstStyle/>
            <a:p>
              <a:r>
                <a:rPr lang="en-GB" sz="1600" b="1" dirty="0"/>
                <a:t>Figures 3 &amp; 4: </a:t>
              </a:r>
              <a:r>
                <a:rPr lang="en-GB" sz="1600" dirty="0"/>
                <a:t>Car State and Speed plots for the Red Bull Ring (Austria).</a:t>
              </a:r>
              <a:endParaRPr lang="en-GB" sz="1600" b="1" dirty="0"/>
            </a:p>
          </p:txBody>
        </p:sp>
      </p:grpSp>
      <p:sp>
        <p:nvSpPr>
          <p:cNvPr id="45" name="Rectangle: Rounded Corners 44">
            <a:extLst>
              <a:ext uri="{FF2B5EF4-FFF2-40B4-BE49-F238E27FC236}">
                <a16:creationId xmlns:a16="http://schemas.microsoft.com/office/drawing/2014/main" id="{4763A920-50C0-2CA3-7F95-83106B143CB1}"/>
              </a:ext>
            </a:extLst>
          </p:cNvPr>
          <p:cNvSpPr/>
          <p:nvPr/>
        </p:nvSpPr>
        <p:spPr>
          <a:xfrm>
            <a:off x="10980981" y="23936248"/>
            <a:ext cx="9957091" cy="5824704"/>
          </a:xfrm>
          <a:prstGeom prst="roundRect">
            <a:avLst/>
          </a:prstGeom>
          <a:solidFill>
            <a:schemeClr val="bg1"/>
          </a:solidFill>
          <a:ln w="254000">
            <a:solidFill>
              <a:schemeClr val="tx2"/>
            </a:solidFill>
          </a:ln>
        </p:spPr>
        <p:style>
          <a:lnRef idx="1">
            <a:schemeClr val="accent4"/>
          </a:lnRef>
          <a:fillRef idx="2">
            <a:schemeClr val="accent4"/>
          </a:fillRef>
          <a:effectRef idx="1">
            <a:schemeClr val="accent4"/>
          </a:effectRef>
          <a:fontRef idx="minor">
            <a:schemeClr val="dk1"/>
          </a:fontRef>
        </p:style>
        <p:txBody>
          <a:bodyPr rtlCol="0" anchor="ctr"/>
          <a:lstStyle/>
          <a:p>
            <a:r>
              <a:rPr lang="en-GB" sz="2400" b="1" dirty="0">
                <a:latin typeface="Calibri" panose="020F0502020204030204" pitchFamily="34" charset="0"/>
                <a:ea typeface="Calibri" panose="020F0502020204030204" pitchFamily="34" charset="0"/>
                <a:cs typeface="Calibri" panose="020F0502020204030204" pitchFamily="34" charset="0"/>
              </a:rPr>
              <a:t>Discussion &amp; Future Work:</a:t>
            </a:r>
            <a:br>
              <a:rPr lang="en-GB" sz="2400" b="1" dirty="0">
                <a:latin typeface="Calibri" panose="020F0502020204030204" pitchFamily="34" charset="0"/>
                <a:ea typeface="Calibri" panose="020F0502020204030204" pitchFamily="34" charset="0"/>
                <a:cs typeface="Calibri" panose="020F0502020204030204" pitchFamily="34" charset="0"/>
              </a:rPr>
            </a:br>
            <a:r>
              <a:rPr lang="en-GB" sz="1600" dirty="0" err="1">
                <a:latin typeface="Calibri" panose="020F0502020204030204" pitchFamily="34" charset="0"/>
                <a:ea typeface="Calibri" panose="020F0502020204030204" pitchFamily="34" charset="0"/>
                <a:cs typeface="Calibri" panose="020F0502020204030204" pitchFamily="34" charset="0"/>
              </a:rPr>
              <a:t>aaaa</a:t>
            </a:r>
            <a:endParaRPr lang="en-GB" sz="2400" b="1" dirty="0">
              <a:latin typeface="Calibri" panose="020F0502020204030204" pitchFamily="34" charset="0"/>
              <a:ea typeface="Calibri" panose="020F0502020204030204" pitchFamily="34" charset="0"/>
              <a:cs typeface="Calibri" panose="020F0502020204030204" pitchFamily="34" charset="0"/>
            </a:endParaRPr>
          </a:p>
        </p:txBody>
      </p:sp>
      <p:sp>
        <p:nvSpPr>
          <p:cNvPr id="47" name="Rectangle: Rounded Corners 46">
            <a:extLst>
              <a:ext uri="{FF2B5EF4-FFF2-40B4-BE49-F238E27FC236}">
                <a16:creationId xmlns:a16="http://schemas.microsoft.com/office/drawing/2014/main" id="{BEB09868-B3B9-7F72-E19F-60716C2E67D6}"/>
              </a:ext>
            </a:extLst>
          </p:cNvPr>
          <p:cNvSpPr/>
          <p:nvPr/>
        </p:nvSpPr>
        <p:spPr>
          <a:xfrm>
            <a:off x="10978646" y="11482470"/>
            <a:ext cx="9957091" cy="5824704"/>
          </a:xfrm>
          <a:prstGeom prst="roundRect">
            <a:avLst/>
          </a:prstGeom>
          <a:solidFill>
            <a:schemeClr val="bg1"/>
          </a:solidFill>
          <a:ln w="254000">
            <a:solidFill>
              <a:schemeClr val="tx2"/>
            </a:solidFill>
          </a:ln>
        </p:spPr>
        <p:style>
          <a:lnRef idx="1">
            <a:schemeClr val="accent4"/>
          </a:lnRef>
          <a:fillRef idx="2">
            <a:schemeClr val="accent4"/>
          </a:fillRef>
          <a:effectRef idx="1">
            <a:schemeClr val="accent4"/>
          </a:effectRef>
          <a:fontRef idx="minor">
            <a:schemeClr val="dk1"/>
          </a:fontRef>
        </p:style>
        <p:txBody>
          <a:bodyPr numCol="2" rtlCol="0" anchor="ctr"/>
          <a:lstStyle/>
          <a:p>
            <a:endParaRPr lang="en-GB" sz="2400" b="1" dirty="0">
              <a:latin typeface="Calibri" panose="020F0502020204030204" pitchFamily="34" charset="0"/>
              <a:ea typeface="Calibri" panose="020F0502020204030204" pitchFamily="34" charset="0"/>
              <a:cs typeface="Calibri" panose="020F0502020204030204" pitchFamily="34" charset="0"/>
            </a:endParaRPr>
          </a:p>
          <a:p>
            <a:r>
              <a:rPr lang="en-GB" sz="2400" b="1" dirty="0">
                <a:latin typeface="Calibri" panose="020F0502020204030204" pitchFamily="34" charset="0"/>
                <a:ea typeface="Calibri" panose="020F0502020204030204" pitchFamily="34" charset="0"/>
                <a:cs typeface="Calibri" panose="020F0502020204030204" pitchFamily="34" charset="0"/>
              </a:rPr>
              <a:t>Model Training &amp; Optimisation:</a:t>
            </a:r>
            <a:br>
              <a:rPr lang="en-GB" sz="2400" b="1" dirty="0">
                <a:latin typeface="Calibri" panose="020F0502020204030204" pitchFamily="34" charset="0"/>
                <a:ea typeface="Calibri" panose="020F0502020204030204" pitchFamily="34" charset="0"/>
                <a:cs typeface="Calibri" panose="020F0502020204030204" pitchFamily="34" charset="0"/>
              </a:rPr>
            </a:br>
            <a:r>
              <a:rPr lang="en-GB" sz="1600" b="1" dirty="0">
                <a:latin typeface="Calibri" panose="020F0502020204030204" pitchFamily="34" charset="0"/>
                <a:ea typeface="Calibri" panose="020F0502020204030204" pitchFamily="34" charset="0"/>
                <a:cs typeface="Calibri" panose="020F0502020204030204" pitchFamily="34" charset="0"/>
              </a:rPr>
              <a:t>Game &amp; Historical Model:</a:t>
            </a:r>
            <a:br>
              <a:rPr lang="en-GB" sz="1600" b="1" dirty="0">
                <a:latin typeface="Calibri" panose="020F0502020204030204" pitchFamily="34" charset="0"/>
                <a:ea typeface="Calibri" panose="020F0502020204030204" pitchFamily="34" charset="0"/>
                <a:cs typeface="Calibri" panose="020F0502020204030204" pitchFamily="34" charset="0"/>
              </a:rPr>
            </a:br>
            <a:r>
              <a:rPr lang="en-GB" sz="1600" dirty="0">
                <a:latin typeface="Calibri" panose="020F0502020204030204" pitchFamily="34" charset="0"/>
                <a:ea typeface="Calibri" panose="020F0502020204030204" pitchFamily="34" charset="0"/>
                <a:cs typeface="Calibri" panose="020F0502020204030204" pitchFamily="34" charset="0"/>
              </a:rPr>
              <a:t>- Uses Random Forest Classifier.</a:t>
            </a:r>
            <a:br>
              <a:rPr lang="en-GB" sz="1600" dirty="0">
                <a:latin typeface="Calibri" panose="020F0502020204030204" pitchFamily="34" charset="0"/>
                <a:ea typeface="Calibri" panose="020F0502020204030204" pitchFamily="34" charset="0"/>
                <a:cs typeface="Calibri" panose="020F0502020204030204" pitchFamily="34" charset="0"/>
              </a:rPr>
            </a:br>
            <a:r>
              <a:rPr lang="en-GB" sz="1600" dirty="0">
                <a:latin typeface="Calibri" panose="020F0502020204030204" pitchFamily="34" charset="0"/>
                <a:ea typeface="Calibri" panose="020F0502020204030204" pitchFamily="34" charset="0"/>
                <a:cs typeface="Calibri" panose="020F0502020204030204" pitchFamily="34" charset="0"/>
              </a:rPr>
              <a:t>- Classifies braking and throttle zone based on spatial telemetry (x, y, z coordinates) and track curvature (smoothed using look-ahead bands to predict future corners).</a:t>
            </a:r>
            <a:br>
              <a:rPr lang="en-GB" sz="1600" dirty="0">
                <a:latin typeface="Calibri" panose="020F0502020204030204" pitchFamily="34" charset="0"/>
                <a:ea typeface="Calibri" panose="020F0502020204030204" pitchFamily="34" charset="0"/>
                <a:cs typeface="Calibri" panose="020F0502020204030204" pitchFamily="34" charset="0"/>
              </a:rPr>
            </a:br>
            <a:r>
              <a:rPr lang="en-GB" sz="1600" dirty="0">
                <a:latin typeface="Calibri" panose="020F0502020204030204" pitchFamily="34" charset="0"/>
                <a:ea typeface="Calibri" panose="020F0502020204030204" pitchFamily="34" charset="0"/>
                <a:cs typeface="Calibri" panose="020F0502020204030204" pitchFamily="34" charset="0"/>
              </a:rPr>
              <a:t>-  Labels dynamically generated by interpreting raw inputs against threshold values.</a:t>
            </a:r>
            <a:endParaRPr lang="en-GB" sz="1600" b="1" dirty="0">
              <a:latin typeface="Calibri" panose="020F0502020204030204" pitchFamily="34" charset="0"/>
              <a:ea typeface="Calibri" panose="020F0502020204030204" pitchFamily="34" charset="0"/>
              <a:cs typeface="Calibri" panose="020F0502020204030204" pitchFamily="34" charset="0"/>
            </a:endParaRPr>
          </a:p>
          <a:p>
            <a:endParaRPr lang="en-GB" sz="1600" b="1" dirty="0">
              <a:latin typeface="Calibri" panose="020F0502020204030204" pitchFamily="34" charset="0"/>
              <a:ea typeface="Calibri" panose="020F0502020204030204" pitchFamily="34" charset="0"/>
              <a:cs typeface="Calibri" panose="020F0502020204030204" pitchFamily="34" charset="0"/>
            </a:endParaRPr>
          </a:p>
          <a:p>
            <a:r>
              <a:rPr lang="en-GB" sz="1600" b="1" dirty="0">
                <a:latin typeface="Calibri" panose="020F0502020204030204" pitchFamily="34" charset="0"/>
                <a:ea typeface="Calibri" panose="020F0502020204030204" pitchFamily="34" charset="0"/>
                <a:cs typeface="Calibri" panose="020F0502020204030204" pitchFamily="34" charset="0"/>
              </a:rPr>
              <a:t>Speed Model:</a:t>
            </a:r>
            <a:br>
              <a:rPr lang="en-GB" sz="1600" b="1" dirty="0">
                <a:latin typeface="Calibri" panose="020F0502020204030204" pitchFamily="34" charset="0"/>
                <a:ea typeface="Calibri" panose="020F0502020204030204" pitchFamily="34" charset="0"/>
                <a:cs typeface="Calibri" panose="020F0502020204030204" pitchFamily="34" charset="0"/>
              </a:rPr>
            </a:br>
            <a:r>
              <a:rPr lang="en-GB" sz="1600" dirty="0">
                <a:latin typeface="Calibri" panose="020F0502020204030204" pitchFamily="34" charset="0"/>
                <a:ea typeface="Calibri" panose="020F0502020204030204" pitchFamily="34" charset="0"/>
                <a:cs typeface="Calibri" panose="020F0502020204030204" pitchFamily="34" charset="0"/>
              </a:rPr>
              <a:t>- Uses Random Forest Regressor.</a:t>
            </a:r>
            <a:br>
              <a:rPr lang="en-GB" sz="1600" dirty="0">
                <a:latin typeface="Calibri" panose="020F0502020204030204" pitchFamily="34" charset="0"/>
                <a:ea typeface="Calibri" panose="020F0502020204030204" pitchFamily="34" charset="0"/>
                <a:cs typeface="Calibri" panose="020F0502020204030204" pitchFamily="34" charset="0"/>
              </a:rPr>
            </a:br>
            <a:r>
              <a:rPr lang="en-GB" sz="1600" dirty="0">
                <a:latin typeface="Calibri" panose="020F0502020204030204" pitchFamily="34" charset="0"/>
                <a:ea typeface="Calibri" panose="020F0502020204030204" pitchFamily="34" charset="0"/>
                <a:cs typeface="Calibri" panose="020F0502020204030204" pitchFamily="34" charset="0"/>
              </a:rPr>
              <a:t>- Models trained independently per track; enables the model to learn track-specific speed boundaries to a higher accuracy.</a:t>
            </a:r>
            <a:br>
              <a:rPr lang="en-GB" sz="1600" dirty="0">
                <a:latin typeface="Calibri" panose="020F0502020204030204" pitchFamily="34" charset="0"/>
                <a:ea typeface="Calibri" panose="020F0502020204030204" pitchFamily="34" charset="0"/>
                <a:cs typeface="Calibri" panose="020F0502020204030204" pitchFamily="34" charset="0"/>
              </a:rPr>
            </a:br>
            <a:r>
              <a:rPr lang="en-GB" sz="1600" dirty="0">
                <a:latin typeface="Calibri" panose="020F0502020204030204" pitchFamily="34" charset="0"/>
                <a:ea typeface="Calibri" panose="020F0502020204030204" pitchFamily="34" charset="0"/>
                <a:cs typeface="Calibri" panose="020F0502020204030204" pitchFamily="34" charset="0"/>
              </a:rPr>
              <a:t>- GroupShuffleSplit used to prevent data leakage – distinct laps kept entirely in either training or testing set.</a:t>
            </a:r>
          </a:p>
          <a:p>
            <a:endParaRPr lang="en-GB" sz="1600" dirty="0">
              <a:latin typeface="Calibri" panose="020F0502020204030204" pitchFamily="34" charset="0"/>
              <a:ea typeface="Calibri" panose="020F0502020204030204" pitchFamily="34" charset="0"/>
              <a:cs typeface="Calibri" panose="020F0502020204030204" pitchFamily="34" charset="0"/>
            </a:endParaRPr>
          </a:p>
          <a:p>
            <a:endParaRPr lang="en-GB" sz="1600" dirty="0">
              <a:latin typeface="Calibri" panose="020F0502020204030204" pitchFamily="34" charset="0"/>
              <a:ea typeface="Calibri" panose="020F0502020204030204" pitchFamily="34" charset="0"/>
              <a:cs typeface="Calibri" panose="020F0502020204030204" pitchFamily="34" charset="0"/>
            </a:endParaRPr>
          </a:p>
          <a:p>
            <a:endParaRPr lang="en-GB" sz="1600" dirty="0">
              <a:latin typeface="Calibri" panose="020F0502020204030204" pitchFamily="34" charset="0"/>
              <a:ea typeface="Calibri" panose="020F0502020204030204" pitchFamily="34" charset="0"/>
              <a:cs typeface="Calibri" panose="020F0502020204030204" pitchFamily="34" charset="0"/>
            </a:endParaRPr>
          </a:p>
          <a:p>
            <a:r>
              <a:rPr lang="en-GB" sz="1600" dirty="0">
                <a:latin typeface="Calibri" panose="020F0502020204030204" pitchFamily="34" charset="0"/>
                <a:ea typeface="Calibri" panose="020F0502020204030204" pitchFamily="34" charset="0"/>
                <a:cs typeface="Calibri" panose="020F0502020204030204" pitchFamily="34" charset="0"/>
              </a:rPr>
              <a:t>- Extensively optimised by hyperparameter constraints on the depth and min/max samples, as well as bootstrap limits and using exclusively MAE and R</a:t>
            </a:r>
            <a:r>
              <a:rPr lang="en-GB" sz="1600" baseline="30000" dirty="0">
                <a:latin typeface="Calibri" panose="020F0502020204030204" pitchFamily="34" charset="0"/>
                <a:ea typeface="Calibri" panose="020F0502020204030204" pitchFamily="34" charset="0"/>
                <a:cs typeface="Calibri" panose="020F0502020204030204" pitchFamily="34" charset="0"/>
              </a:rPr>
              <a:t>2</a:t>
            </a:r>
            <a:r>
              <a:rPr lang="en-GB" sz="1600" dirty="0">
                <a:latin typeface="Calibri" panose="020F0502020204030204" pitchFamily="34" charset="0"/>
                <a:ea typeface="Calibri" panose="020F0502020204030204" pitchFamily="34" charset="0"/>
                <a:cs typeface="Calibri" panose="020F0502020204030204" pitchFamily="34" charset="0"/>
              </a:rPr>
              <a:t> for evaluation.</a:t>
            </a:r>
          </a:p>
          <a:p>
            <a:endParaRPr lang="en-GB" sz="1600" dirty="0">
              <a:latin typeface="Calibri" panose="020F0502020204030204" pitchFamily="34" charset="0"/>
              <a:ea typeface="Calibri" panose="020F0502020204030204" pitchFamily="34" charset="0"/>
              <a:cs typeface="Calibri" panose="020F0502020204030204" pitchFamily="34" charset="0"/>
            </a:endParaRPr>
          </a:p>
          <a:p>
            <a:r>
              <a:rPr lang="en-GB" sz="1600" b="1" dirty="0">
                <a:latin typeface="Calibri" panose="020F0502020204030204" pitchFamily="34" charset="0"/>
                <a:ea typeface="Calibri" panose="020F0502020204030204" pitchFamily="34" charset="0"/>
                <a:cs typeface="Calibri" panose="020F0502020204030204" pitchFamily="34" charset="0"/>
              </a:rPr>
              <a:t>Issues with Historical Model:</a:t>
            </a:r>
          </a:p>
          <a:p>
            <a:r>
              <a:rPr lang="en-GB" sz="1600" dirty="0">
                <a:latin typeface="Calibri" panose="020F0502020204030204" pitchFamily="34" charset="0"/>
                <a:ea typeface="Calibri" panose="020F0502020204030204" pitchFamily="34" charset="0"/>
                <a:cs typeface="Calibri" panose="020F0502020204030204" pitchFamily="34" charset="0"/>
              </a:rPr>
              <a:t>- Historical data, even when interpolated, experiences data inaccuracies.</a:t>
            </a:r>
            <a:br>
              <a:rPr lang="en-GB" sz="1600" dirty="0">
                <a:latin typeface="Calibri" panose="020F0502020204030204" pitchFamily="34" charset="0"/>
                <a:ea typeface="Calibri" panose="020F0502020204030204" pitchFamily="34" charset="0"/>
                <a:cs typeface="Calibri" panose="020F0502020204030204" pitchFamily="34" charset="0"/>
              </a:rPr>
            </a:br>
            <a:r>
              <a:rPr lang="en-GB" sz="1600" dirty="0">
                <a:latin typeface="Calibri" panose="020F0502020204030204" pitchFamily="34" charset="0"/>
                <a:ea typeface="Calibri" panose="020F0502020204030204" pitchFamily="34" charset="0"/>
                <a:cs typeface="Calibri" panose="020F0502020204030204" pitchFamily="34" charset="0"/>
              </a:rPr>
              <a:t>- The original FastF1 dataset, as well as all publicly available Formula One datasets, updates at a rate of only 4hz; interpolating to 20hz means data is highly likely to contain inaccurate braking/throttling zones.</a:t>
            </a:r>
          </a:p>
          <a:p>
            <a:r>
              <a:rPr lang="en-GB" sz="1600" dirty="0">
                <a:latin typeface="Calibri" panose="020F0502020204030204" pitchFamily="34" charset="0"/>
                <a:ea typeface="Calibri" panose="020F0502020204030204" pitchFamily="34" charset="0"/>
                <a:cs typeface="Calibri" panose="020F0502020204030204" pitchFamily="34" charset="0"/>
              </a:rPr>
              <a:t>- This is further made difficult to rectify by braking values only being TRUE or FALSE in the original dataset, meaning no decimal values are able to be retrieved.</a:t>
            </a:r>
          </a:p>
          <a:p>
            <a:r>
              <a:rPr lang="en-GB" sz="1600" dirty="0">
                <a:latin typeface="Calibri" panose="020F0502020204030204" pitchFamily="34" charset="0"/>
                <a:ea typeface="Calibri" panose="020F0502020204030204" pitchFamily="34" charset="0"/>
                <a:cs typeface="Calibri" panose="020F0502020204030204" pitchFamily="34" charset="0"/>
              </a:rPr>
              <a:t>- This is something I am unable to fix – this is a pure limitation in publicly available Formula One data.</a:t>
            </a:r>
            <a:br>
              <a:rPr lang="en-GB" sz="2400" b="1" dirty="0">
                <a:latin typeface="Calibri" panose="020F0502020204030204" pitchFamily="34" charset="0"/>
                <a:ea typeface="Calibri" panose="020F0502020204030204" pitchFamily="34" charset="0"/>
                <a:cs typeface="Calibri" panose="020F0502020204030204" pitchFamily="34" charset="0"/>
              </a:rPr>
            </a:br>
            <a:endParaRPr lang="en-GB" sz="1600" b="1" dirty="0">
              <a:latin typeface="Calibri" panose="020F0502020204030204" pitchFamily="34" charset="0"/>
              <a:ea typeface="Calibri" panose="020F0502020204030204" pitchFamily="34" charset="0"/>
              <a:cs typeface="Calibri" panose="020F0502020204030204" pitchFamily="34" charset="0"/>
            </a:endParaRPr>
          </a:p>
        </p:txBody>
      </p:sp>
      <p:grpSp>
        <p:nvGrpSpPr>
          <p:cNvPr id="5" name="Group 4">
            <a:extLst>
              <a:ext uri="{FF2B5EF4-FFF2-40B4-BE49-F238E27FC236}">
                <a16:creationId xmlns:a16="http://schemas.microsoft.com/office/drawing/2014/main" id="{3028E529-45B9-13BD-F434-F2378C5B856B}"/>
              </a:ext>
            </a:extLst>
          </p:cNvPr>
          <p:cNvGrpSpPr/>
          <p:nvPr/>
        </p:nvGrpSpPr>
        <p:grpSpPr>
          <a:xfrm>
            <a:off x="15997171" y="5365647"/>
            <a:ext cx="4524504" cy="2573048"/>
            <a:chOff x="11526900" y="6015640"/>
            <a:chExt cx="3844294" cy="2186218"/>
          </a:xfrm>
        </p:grpSpPr>
        <p:pic>
          <p:nvPicPr>
            <p:cNvPr id="22" name="Picture 21">
              <a:extLst>
                <a:ext uri="{FF2B5EF4-FFF2-40B4-BE49-F238E27FC236}">
                  <a16:creationId xmlns:a16="http://schemas.microsoft.com/office/drawing/2014/main" id="{1F60DBE7-CAD8-922C-A22A-F395D5F75435}"/>
                </a:ext>
              </a:extLst>
            </p:cNvPr>
            <p:cNvPicPr>
              <a:picLocks noChangeAspect="1"/>
            </p:cNvPicPr>
            <p:nvPr/>
          </p:nvPicPr>
          <p:blipFill>
            <a:blip r:embed="rId6"/>
            <a:stretch>
              <a:fillRect/>
            </a:stretch>
          </p:blipFill>
          <p:spPr>
            <a:xfrm>
              <a:off x="11526900" y="6015640"/>
              <a:ext cx="3575169" cy="1601443"/>
            </a:xfrm>
            <a:prstGeom prst="rect">
              <a:avLst/>
            </a:prstGeom>
          </p:spPr>
        </p:pic>
        <p:sp>
          <p:nvSpPr>
            <p:cNvPr id="2" name="TextBox 1">
              <a:extLst>
                <a:ext uri="{FF2B5EF4-FFF2-40B4-BE49-F238E27FC236}">
                  <a16:creationId xmlns:a16="http://schemas.microsoft.com/office/drawing/2014/main" id="{5EB8D625-8285-7085-DFAD-DFCBFFAEE137}"/>
                </a:ext>
              </a:extLst>
            </p:cNvPr>
            <p:cNvSpPr txBox="1"/>
            <p:nvPr/>
          </p:nvSpPr>
          <p:spPr>
            <a:xfrm>
              <a:off x="11526900" y="7617083"/>
              <a:ext cx="3844294" cy="584775"/>
            </a:xfrm>
            <a:prstGeom prst="rect">
              <a:avLst/>
            </a:prstGeom>
            <a:noFill/>
          </p:spPr>
          <p:txBody>
            <a:bodyPr wrap="square" rtlCol="0">
              <a:spAutoFit/>
            </a:bodyPr>
            <a:lstStyle/>
            <a:p>
              <a:r>
                <a:rPr lang="en-GB" sz="1600" b="1" dirty="0"/>
                <a:t>Figure 2: </a:t>
              </a:r>
              <a:r>
                <a:rPr lang="en-GB" sz="1600" dirty="0"/>
                <a:t>Curvature vs Speed scatter plot for the Red Bull Ring (Austria).</a:t>
              </a:r>
              <a:endParaRPr lang="en-GB" sz="1600" b="1" dirty="0"/>
            </a:p>
          </p:txBody>
        </p:sp>
      </p:grpSp>
      <p:grpSp>
        <p:nvGrpSpPr>
          <p:cNvPr id="9" name="Group 8">
            <a:extLst>
              <a:ext uri="{FF2B5EF4-FFF2-40B4-BE49-F238E27FC236}">
                <a16:creationId xmlns:a16="http://schemas.microsoft.com/office/drawing/2014/main" id="{C5B06375-CECF-FC3C-1E6C-DE7FEB7B17E9}"/>
              </a:ext>
            </a:extLst>
          </p:cNvPr>
          <p:cNvGrpSpPr/>
          <p:nvPr/>
        </p:nvGrpSpPr>
        <p:grpSpPr>
          <a:xfrm>
            <a:off x="15080441" y="7879868"/>
            <a:ext cx="4758187" cy="2608187"/>
            <a:chOff x="15080441" y="6393968"/>
            <a:chExt cx="4758187" cy="2608187"/>
          </a:xfrm>
        </p:grpSpPr>
        <p:pic>
          <p:nvPicPr>
            <p:cNvPr id="24" name="Picture 23">
              <a:extLst>
                <a:ext uri="{FF2B5EF4-FFF2-40B4-BE49-F238E27FC236}">
                  <a16:creationId xmlns:a16="http://schemas.microsoft.com/office/drawing/2014/main" id="{36F8C087-00E0-D9B9-F42A-069442A99ABB}"/>
                </a:ext>
              </a:extLst>
            </p:cNvPr>
            <p:cNvPicPr>
              <a:picLocks noChangeAspect="1"/>
            </p:cNvPicPr>
            <p:nvPr/>
          </p:nvPicPr>
          <p:blipFill>
            <a:blip r:embed="rId7"/>
            <a:stretch>
              <a:fillRect/>
            </a:stretch>
          </p:blipFill>
          <p:spPr>
            <a:xfrm>
              <a:off x="15080441" y="6393968"/>
              <a:ext cx="4758187" cy="1946079"/>
            </a:xfrm>
            <a:prstGeom prst="rect">
              <a:avLst/>
            </a:prstGeom>
          </p:spPr>
        </p:pic>
        <p:sp>
          <p:nvSpPr>
            <p:cNvPr id="8" name="TextBox 7">
              <a:extLst>
                <a:ext uri="{FF2B5EF4-FFF2-40B4-BE49-F238E27FC236}">
                  <a16:creationId xmlns:a16="http://schemas.microsoft.com/office/drawing/2014/main" id="{654D291D-DACD-63FA-0982-80B444615460}"/>
                </a:ext>
              </a:extLst>
            </p:cNvPr>
            <p:cNvSpPr txBox="1"/>
            <p:nvPr/>
          </p:nvSpPr>
          <p:spPr>
            <a:xfrm>
              <a:off x="15183946" y="8417380"/>
              <a:ext cx="4524504" cy="584775"/>
            </a:xfrm>
            <a:prstGeom prst="rect">
              <a:avLst/>
            </a:prstGeom>
            <a:noFill/>
          </p:spPr>
          <p:txBody>
            <a:bodyPr wrap="square" rtlCol="0">
              <a:spAutoFit/>
            </a:bodyPr>
            <a:lstStyle/>
            <a:p>
              <a:r>
                <a:rPr lang="en-GB" sz="1600" b="1" dirty="0"/>
                <a:t>Figure 5: </a:t>
              </a:r>
              <a:r>
                <a:rPr lang="en-GB" sz="1600" dirty="0"/>
                <a:t>Speed vs Distance scatter plot for the Red Bull Ring (Austria), coloured by curvature.</a:t>
              </a:r>
              <a:endParaRPr lang="en-GB" sz="1600" b="1" dirty="0"/>
            </a:p>
          </p:txBody>
        </p:sp>
      </p:grpSp>
      <p:sp>
        <p:nvSpPr>
          <p:cNvPr id="12" name="TextBox 11">
            <a:extLst>
              <a:ext uri="{FF2B5EF4-FFF2-40B4-BE49-F238E27FC236}">
                <a16:creationId xmlns:a16="http://schemas.microsoft.com/office/drawing/2014/main" id="{DDB27EA2-955E-B1DA-10A3-ADE175A4B347}"/>
              </a:ext>
            </a:extLst>
          </p:cNvPr>
          <p:cNvSpPr txBox="1"/>
          <p:nvPr/>
        </p:nvSpPr>
        <p:spPr>
          <a:xfrm>
            <a:off x="6442757" y="12362433"/>
            <a:ext cx="3272793" cy="4524315"/>
          </a:xfrm>
          <a:prstGeom prst="rect">
            <a:avLst/>
          </a:prstGeom>
          <a:noFill/>
        </p:spPr>
        <p:txBody>
          <a:bodyPr wrap="square" rtlCol="0">
            <a:spAutoFit/>
          </a:bodyPr>
          <a:lstStyle/>
          <a:p>
            <a:r>
              <a:rPr lang="en-GB" sz="1600" b="1" dirty="0"/>
              <a:t>Figure 6: </a:t>
            </a:r>
            <a:r>
              <a:rPr lang="en-GB" sz="1600" dirty="0"/>
              <a:t>3D scatter plot (constellation) of Speed vs Curvature vs Input (+1 = full throttle, -1 = full brake). Visualises data across top 60% laps of all* tracks in the F1 25 game. Coloured by the gear the car is in at each given speed/curvature level.  </a:t>
            </a:r>
            <a:r>
              <a:rPr lang="en-GB" sz="1600" b="1" dirty="0"/>
              <a:t>634,232 data points.</a:t>
            </a:r>
            <a:endParaRPr lang="en-GB" sz="1600" dirty="0"/>
          </a:p>
          <a:p>
            <a:r>
              <a:rPr lang="en-GB" sz="1600" b="1" dirty="0"/>
              <a:t>This helps visualise the average speeds at which the car is able to upshift and downshift, especially during and after taking a corner.</a:t>
            </a:r>
          </a:p>
          <a:p>
            <a:endParaRPr lang="en-GB" sz="1600" dirty="0"/>
          </a:p>
          <a:p>
            <a:r>
              <a:rPr lang="en-GB" sz="1600" dirty="0"/>
              <a:t>*Data from Monaco has been removed from this visual as it’s an outlier (slowest average speed track by a large margin).</a:t>
            </a:r>
          </a:p>
        </p:txBody>
      </p:sp>
      <p:pic>
        <p:nvPicPr>
          <p:cNvPr id="23" name="Picture 22">
            <a:extLst>
              <a:ext uri="{FF2B5EF4-FFF2-40B4-BE49-F238E27FC236}">
                <a16:creationId xmlns:a16="http://schemas.microsoft.com/office/drawing/2014/main" id="{A89F512C-2336-4139-69F9-FAC7CDD778FF}"/>
              </a:ext>
            </a:extLst>
          </p:cNvPr>
          <p:cNvPicPr>
            <a:picLocks noChangeAspect="1"/>
          </p:cNvPicPr>
          <p:nvPr/>
        </p:nvPicPr>
        <p:blipFill>
          <a:blip r:embed="rId8"/>
          <a:stretch>
            <a:fillRect/>
          </a:stretch>
        </p:blipFill>
        <p:spPr>
          <a:xfrm>
            <a:off x="1014101" y="12477171"/>
            <a:ext cx="5374776" cy="4620118"/>
          </a:xfrm>
          <a:prstGeom prst="rect">
            <a:avLst/>
          </a:prstGeom>
        </p:spPr>
      </p:pic>
    </p:spTree>
    <p:extLst>
      <p:ext uri="{BB962C8B-B14F-4D97-AF65-F5344CB8AC3E}">
        <p14:creationId xmlns:p14="http://schemas.microsoft.com/office/powerpoint/2010/main" val="329386589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923</TotalTime>
  <Words>964</Words>
  <Application>Microsoft Office PowerPoint</Application>
  <PresentationFormat>Custom</PresentationFormat>
  <Paragraphs>91</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Aptos</vt:lpstr>
      <vt:lpstr>Aptos Display</vt:lpstr>
      <vt:lpstr>Arial</vt:lpstr>
      <vt:lpstr>Calibri</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Gardner, Harry</dc:creator>
  <cp:lastModifiedBy>Gardner, Harry</cp:lastModifiedBy>
  <cp:revision>22</cp:revision>
  <dcterms:created xsi:type="dcterms:W3CDTF">2026-03-24T21:26:23Z</dcterms:created>
  <dcterms:modified xsi:type="dcterms:W3CDTF">2026-03-30T23:09:13Z</dcterms:modified>
</cp:coreProperties>
</file>
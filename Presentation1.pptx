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7" r:id="rId1"/>
  </p:sldMasterIdLst>
  <p:sldIdLst>
    <p:sldId id="256" r:id="rId2"/>
  </p:sldIdLst>
  <p:sldSz cx="21383625" cy="3027521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58" userDrawn="1">
          <p15:clr>
            <a:srgbClr val="A4A3A4"/>
          </p15:clr>
        </p15:guide>
        <p15:guide id="2" pos="67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068" autoAdjust="0"/>
  </p:normalViewPr>
  <p:slideViewPr>
    <p:cSldViewPr snapToGrid="0">
      <p:cViewPr>
        <p:scale>
          <a:sx n="20" d="100"/>
          <a:sy n="20" d="100"/>
        </p:scale>
        <p:origin x="3420" y="366"/>
      </p:cViewPr>
      <p:guideLst>
        <p:guide orient="horz" pos="9558"/>
        <p:guide pos="67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CCEEA-9B70-67C1-CB60-12AA261B7203}"/>
              </a:ext>
            </a:extLst>
          </p:cNvPr>
          <p:cNvSpPr>
            <a:spLocks noGrp="1"/>
          </p:cNvSpPr>
          <p:nvPr>
            <p:ph type="ctrTitle"/>
          </p:nvPr>
        </p:nvSpPr>
        <p:spPr>
          <a:xfrm>
            <a:off x="2672953" y="4954765"/>
            <a:ext cx="16037719" cy="10540259"/>
          </a:xfrm>
        </p:spPr>
        <p:txBody>
          <a:bodyPr anchor="b"/>
          <a:lstStyle>
            <a:lvl1pPr algn="ctr">
              <a:defRPr sz="10523"/>
            </a:lvl1pPr>
          </a:lstStyle>
          <a:p>
            <a:r>
              <a:rPr lang="en-US"/>
              <a:t>Click to edit Master title style</a:t>
            </a:r>
            <a:endParaRPr lang="en-GB"/>
          </a:p>
        </p:txBody>
      </p:sp>
      <p:sp>
        <p:nvSpPr>
          <p:cNvPr id="3" name="Subtitle 2">
            <a:extLst>
              <a:ext uri="{FF2B5EF4-FFF2-40B4-BE49-F238E27FC236}">
                <a16:creationId xmlns:a16="http://schemas.microsoft.com/office/drawing/2014/main" id="{5A2424E3-BF94-D9A0-EF88-3D66C3FA3E76}"/>
              </a:ext>
            </a:extLst>
          </p:cNvPr>
          <p:cNvSpPr>
            <a:spLocks noGrp="1"/>
          </p:cNvSpPr>
          <p:nvPr>
            <p:ph type="subTitle" idx="1"/>
          </p:nvPr>
        </p:nvSpPr>
        <p:spPr>
          <a:xfrm>
            <a:off x="2672953" y="15901497"/>
            <a:ext cx="16037719" cy="7309499"/>
          </a:xfrm>
        </p:spPr>
        <p:txBody>
          <a:bodyPr/>
          <a:lstStyle>
            <a:lvl1pPr marL="0" indent="0" algn="ctr">
              <a:buNone/>
              <a:defRPr sz="4209"/>
            </a:lvl1pPr>
            <a:lvl2pPr marL="801883" indent="0" algn="ctr">
              <a:buNone/>
              <a:defRPr sz="3508"/>
            </a:lvl2pPr>
            <a:lvl3pPr marL="1603766" indent="0" algn="ctr">
              <a:buNone/>
              <a:defRPr sz="3157"/>
            </a:lvl3pPr>
            <a:lvl4pPr marL="2405649" indent="0" algn="ctr">
              <a:buNone/>
              <a:defRPr sz="2806"/>
            </a:lvl4pPr>
            <a:lvl5pPr marL="3207532" indent="0" algn="ctr">
              <a:buNone/>
              <a:defRPr sz="2806"/>
            </a:lvl5pPr>
            <a:lvl6pPr marL="4009415" indent="0" algn="ctr">
              <a:buNone/>
              <a:defRPr sz="2806"/>
            </a:lvl6pPr>
            <a:lvl7pPr marL="4811298" indent="0" algn="ctr">
              <a:buNone/>
              <a:defRPr sz="2806"/>
            </a:lvl7pPr>
            <a:lvl8pPr marL="5613182" indent="0" algn="ctr">
              <a:buNone/>
              <a:defRPr sz="2806"/>
            </a:lvl8pPr>
            <a:lvl9pPr marL="6415065" indent="0" algn="ctr">
              <a:buNone/>
              <a:defRPr sz="2806"/>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FB5DFF4-F4B2-9E2F-9DDF-E7FCCC4454BD}"/>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5" name="Footer Placeholder 4">
            <a:extLst>
              <a:ext uri="{FF2B5EF4-FFF2-40B4-BE49-F238E27FC236}">
                <a16:creationId xmlns:a16="http://schemas.microsoft.com/office/drawing/2014/main" id="{51BA90D3-9F10-3119-429D-3FE956BCA6E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53B3236-179F-7670-984F-191B312A6678}"/>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6364407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C0CF9-38AB-F942-97CB-C7811D03080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11EDEB0-B999-E818-6D2D-E6EB36BA3B2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ECF2030-ACBE-D773-6E45-63EC91C2B561}"/>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5" name="Footer Placeholder 4">
            <a:extLst>
              <a:ext uri="{FF2B5EF4-FFF2-40B4-BE49-F238E27FC236}">
                <a16:creationId xmlns:a16="http://schemas.microsoft.com/office/drawing/2014/main" id="{E93106C5-E24B-D771-8570-60EE632A728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2F7496C-E2EC-CC59-182B-B41A94C6C46A}"/>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572287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5902F-F021-6E91-B680-8EBC83BE0EB5}"/>
              </a:ext>
            </a:extLst>
          </p:cNvPr>
          <p:cNvSpPr>
            <a:spLocks noGrp="1"/>
          </p:cNvSpPr>
          <p:nvPr>
            <p:ph type="title"/>
          </p:nvPr>
        </p:nvSpPr>
        <p:spPr>
          <a:xfrm>
            <a:off x="1458987" y="7547783"/>
            <a:ext cx="18443377" cy="12593645"/>
          </a:xfrm>
        </p:spPr>
        <p:txBody>
          <a:bodyPr anchor="b"/>
          <a:lstStyle>
            <a:lvl1pPr>
              <a:defRPr sz="10523"/>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8554AD15-F00E-CADC-0CE3-FDB477E47F2B}"/>
              </a:ext>
            </a:extLst>
          </p:cNvPr>
          <p:cNvSpPr>
            <a:spLocks noGrp="1"/>
          </p:cNvSpPr>
          <p:nvPr>
            <p:ph type="body" idx="1"/>
          </p:nvPr>
        </p:nvSpPr>
        <p:spPr>
          <a:xfrm>
            <a:off x="1458987" y="20260569"/>
            <a:ext cx="18443377" cy="6622701"/>
          </a:xfrm>
        </p:spPr>
        <p:txBody>
          <a:bodyPr/>
          <a:lstStyle>
            <a:lvl1pPr marL="0" indent="0">
              <a:buNone/>
              <a:defRPr sz="4209">
                <a:solidFill>
                  <a:schemeClr val="tx1">
                    <a:tint val="82000"/>
                  </a:schemeClr>
                </a:solidFill>
              </a:defRPr>
            </a:lvl1pPr>
            <a:lvl2pPr marL="801883" indent="0">
              <a:buNone/>
              <a:defRPr sz="3508">
                <a:solidFill>
                  <a:schemeClr val="tx1">
                    <a:tint val="82000"/>
                  </a:schemeClr>
                </a:solidFill>
              </a:defRPr>
            </a:lvl2pPr>
            <a:lvl3pPr marL="1603766" indent="0">
              <a:buNone/>
              <a:defRPr sz="3157">
                <a:solidFill>
                  <a:schemeClr val="tx1">
                    <a:tint val="82000"/>
                  </a:schemeClr>
                </a:solidFill>
              </a:defRPr>
            </a:lvl3pPr>
            <a:lvl4pPr marL="2405649" indent="0">
              <a:buNone/>
              <a:defRPr sz="2806">
                <a:solidFill>
                  <a:schemeClr val="tx1">
                    <a:tint val="82000"/>
                  </a:schemeClr>
                </a:solidFill>
              </a:defRPr>
            </a:lvl4pPr>
            <a:lvl5pPr marL="3207532" indent="0">
              <a:buNone/>
              <a:defRPr sz="2806">
                <a:solidFill>
                  <a:schemeClr val="tx1">
                    <a:tint val="82000"/>
                  </a:schemeClr>
                </a:solidFill>
              </a:defRPr>
            </a:lvl5pPr>
            <a:lvl6pPr marL="4009415" indent="0">
              <a:buNone/>
              <a:defRPr sz="2806">
                <a:solidFill>
                  <a:schemeClr val="tx1">
                    <a:tint val="82000"/>
                  </a:schemeClr>
                </a:solidFill>
              </a:defRPr>
            </a:lvl6pPr>
            <a:lvl7pPr marL="4811298" indent="0">
              <a:buNone/>
              <a:defRPr sz="2806">
                <a:solidFill>
                  <a:schemeClr val="tx1">
                    <a:tint val="82000"/>
                  </a:schemeClr>
                </a:solidFill>
              </a:defRPr>
            </a:lvl7pPr>
            <a:lvl8pPr marL="5613182" indent="0">
              <a:buNone/>
              <a:defRPr sz="2806">
                <a:solidFill>
                  <a:schemeClr val="tx1">
                    <a:tint val="82000"/>
                  </a:schemeClr>
                </a:solidFill>
              </a:defRPr>
            </a:lvl8pPr>
            <a:lvl9pPr marL="6415065" indent="0">
              <a:buNone/>
              <a:defRPr sz="2806">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1C4251F-C079-81CB-999D-40F2C4804BEE}"/>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5" name="Footer Placeholder 4">
            <a:extLst>
              <a:ext uri="{FF2B5EF4-FFF2-40B4-BE49-F238E27FC236}">
                <a16:creationId xmlns:a16="http://schemas.microsoft.com/office/drawing/2014/main" id="{EF13C8CB-6712-998A-FA8A-6873E45876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0BC0ED2-8C89-E862-F632-167E061CDE17}"/>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2682506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4C796-7107-BC28-4686-0419DDB3401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8B9B1EF-44F0-1938-C074-B499B14924E3}"/>
              </a:ext>
            </a:extLst>
          </p:cNvPr>
          <p:cNvSpPr>
            <a:spLocks noGrp="1"/>
          </p:cNvSpPr>
          <p:nvPr>
            <p:ph sz="half" idx="1"/>
          </p:nvPr>
        </p:nvSpPr>
        <p:spPr>
          <a:xfrm>
            <a:off x="1470124" y="8059374"/>
            <a:ext cx="9088041"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50BEDF8-8015-E361-8E8D-7CC6AE50842E}"/>
              </a:ext>
            </a:extLst>
          </p:cNvPr>
          <p:cNvSpPr>
            <a:spLocks noGrp="1"/>
          </p:cNvSpPr>
          <p:nvPr>
            <p:ph sz="half" idx="2"/>
          </p:nvPr>
        </p:nvSpPr>
        <p:spPr>
          <a:xfrm>
            <a:off x="10825460" y="8059374"/>
            <a:ext cx="9088041"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43203AC-F086-BDE5-C070-F643660D56DB}"/>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6" name="Footer Placeholder 5">
            <a:extLst>
              <a:ext uri="{FF2B5EF4-FFF2-40B4-BE49-F238E27FC236}">
                <a16:creationId xmlns:a16="http://schemas.microsoft.com/office/drawing/2014/main" id="{A57B9F6D-40CB-329B-D5B3-EA6DC3EEA2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6402B21-132C-B227-F585-FB8B4EA9BB68}"/>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32983454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CA925-0FEA-03CB-2337-760E29C25313}"/>
              </a:ext>
            </a:extLst>
          </p:cNvPr>
          <p:cNvSpPr>
            <a:spLocks noGrp="1"/>
          </p:cNvSpPr>
          <p:nvPr>
            <p:ph type="title"/>
          </p:nvPr>
        </p:nvSpPr>
        <p:spPr>
          <a:xfrm>
            <a:off x="1472909" y="1611877"/>
            <a:ext cx="18443377" cy="5851808"/>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D13FCC2-14CA-F0E1-176D-1A87BFDC55F7}"/>
              </a:ext>
            </a:extLst>
          </p:cNvPr>
          <p:cNvSpPr>
            <a:spLocks noGrp="1"/>
          </p:cNvSpPr>
          <p:nvPr>
            <p:ph type="body" idx="1"/>
          </p:nvPr>
        </p:nvSpPr>
        <p:spPr>
          <a:xfrm>
            <a:off x="1472910" y="7421634"/>
            <a:ext cx="9046275" cy="3637228"/>
          </a:xfrm>
        </p:spPr>
        <p:txBody>
          <a:bodyPr anchor="b"/>
          <a:lstStyle>
            <a:lvl1pPr marL="0" indent="0">
              <a:buNone/>
              <a:defRPr sz="4209" b="1"/>
            </a:lvl1pPr>
            <a:lvl2pPr marL="801883" indent="0">
              <a:buNone/>
              <a:defRPr sz="3508" b="1"/>
            </a:lvl2pPr>
            <a:lvl3pPr marL="1603766" indent="0">
              <a:buNone/>
              <a:defRPr sz="3157" b="1"/>
            </a:lvl3pPr>
            <a:lvl4pPr marL="2405649" indent="0">
              <a:buNone/>
              <a:defRPr sz="2806" b="1"/>
            </a:lvl4pPr>
            <a:lvl5pPr marL="3207532" indent="0">
              <a:buNone/>
              <a:defRPr sz="2806" b="1"/>
            </a:lvl5pPr>
            <a:lvl6pPr marL="4009415" indent="0">
              <a:buNone/>
              <a:defRPr sz="2806" b="1"/>
            </a:lvl6pPr>
            <a:lvl7pPr marL="4811298" indent="0">
              <a:buNone/>
              <a:defRPr sz="2806" b="1"/>
            </a:lvl7pPr>
            <a:lvl8pPr marL="5613182" indent="0">
              <a:buNone/>
              <a:defRPr sz="2806" b="1"/>
            </a:lvl8pPr>
            <a:lvl9pPr marL="6415065" indent="0">
              <a:buNone/>
              <a:defRPr sz="2806" b="1"/>
            </a:lvl9pPr>
          </a:lstStyle>
          <a:p>
            <a:pPr lvl="0"/>
            <a:r>
              <a:rPr lang="en-US"/>
              <a:t>Click to edit Master text styles</a:t>
            </a:r>
          </a:p>
        </p:txBody>
      </p:sp>
      <p:sp>
        <p:nvSpPr>
          <p:cNvPr id="4" name="Content Placeholder 3">
            <a:extLst>
              <a:ext uri="{FF2B5EF4-FFF2-40B4-BE49-F238E27FC236}">
                <a16:creationId xmlns:a16="http://schemas.microsoft.com/office/drawing/2014/main" id="{9316D2AB-9F11-66E3-E841-F228873E8878}"/>
              </a:ext>
            </a:extLst>
          </p:cNvPr>
          <p:cNvSpPr>
            <a:spLocks noGrp="1"/>
          </p:cNvSpPr>
          <p:nvPr>
            <p:ph sz="half" idx="2"/>
          </p:nvPr>
        </p:nvSpPr>
        <p:spPr>
          <a:xfrm>
            <a:off x="1472910" y="11058863"/>
            <a:ext cx="9046275"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D459D749-E31F-271B-38BA-545D2568B847}"/>
              </a:ext>
            </a:extLst>
          </p:cNvPr>
          <p:cNvSpPr>
            <a:spLocks noGrp="1"/>
          </p:cNvSpPr>
          <p:nvPr>
            <p:ph type="body" sz="quarter" idx="3"/>
          </p:nvPr>
        </p:nvSpPr>
        <p:spPr>
          <a:xfrm>
            <a:off x="10825460" y="7421634"/>
            <a:ext cx="9090826" cy="3637228"/>
          </a:xfrm>
        </p:spPr>
        <p:txBody>
          <a:bodyPr anchor="b"/>
          <a:lstStyle>
            <a:lvl1pPr marL="0" indent="0">
              <a:buNone/>
              <a:defRPr sz="4209" b="1"/>
            </a:lvl1pPr>
            <a:lvl2pPr marL="801883" indent="0">
              <a:buNone/>
              <a:defRPr sz="3508" b="1"/>
            </a:lvl2pPr>
            <a:lvl3pPr marL="1603766" indent="0">
              <a:buNone/>
              <a:defRPr sz="3157" b="1"/>
            </a:lvl3pPr>
            <a:lvl4pPr marL="2405649" indent="0">
              <a:buNone/>
              <a:defRPr sz="2806" b="1"/>
            </a:lvl4pPr>
            <a:lvl5pPr marL="3207532" indent="0">
              <a:buNone/>
              <a:defRPr sz="2806" b="1"/>
            </a:lvl5pPr>
            <a:lvl6pPr marL="4009415" indent="0">
              <a:buNone/>
              <a:defRPr sz="2806" b="1"/>
            </a:lvl6pPr>
            <a:lvl7pPr marL="4811298" indent="0">
              <a:buNone/>
              <a:defRPr sz="2806" b="1"/>
            </a:lvl7pPr>
            <a:lvl8pPr marL="5613182" indent="0">
              <a:buNone/>
              <a:defRPr sz="2806" b="1"/>
            </a:lvl8pPr>
            <a:lvl9pPr marL="6415065" indent="0">
              <a:buNone/>
              <a:defRPr sz="2806" b="1"/>
            </a:lvl9pPr>
          </a:lstStyle>
          <a:p>
            <a:pPr lvl="0"/>
            <a:r>
              <a:rPr lang="en-US"/>
              <a:t>Click to edit Master text styles</a:t>
            </a:r>
          </a:p>
        </p:txBody>
      </p:sp>
      <p:sp>
        <p:nvSpPr>
          <p:cNvPr id="6" name="Content Placeholder 5">
            <a:extLst>
              <a:ext uri="{FF2B5EF4-FFF2-40B4-BE49-F238E27FC236}">
                <a16:creationId xmlns:a16="http://schemas.microsoft.com/office/drawing/2014/main" id="{4BABC1A5-80B9-CEDB-578F-8D473C99C1F1}"/>
              </a:ext>
            </a:extLst>
          </p:cNvPr>
          <p:cNvSpPr>
            <a:spLocks noGrp="1"/>
          </p:cNvSpPr>
          <p:nvPr>
            <p:ph sz="quarter" idx="4"/>
          </p:nvPr>
        </p:nvSpPr>
        <p:spPr>
          <a:xfrm>
            <a:off x="10825460" y="11058863"/>
            <a:ext cx="9090826"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01211F4-84D7-B0D0-7841-B882C1AD677B}"/>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8" name="Footer Placeholder 7">
            <a:extLst>
              <a:ext uri="{FF2B5EF4-FFF2-40B4-BE49-F238E27FC236}">
                <a16:creationId xmlns:a16="http://schemas.microsoft.com/office/drawing/2014/main" id="{D7F19878-3DEB-3B71-250A-242BC0F0C7CE}"/>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7CBC5C3-A80E-CA2C-EF9A-8FE9CDA1534F}"/>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9765038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17A62-3D0E-928E-135A-7B56C5D3EEC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D1CEA2F-2BA0-7496-FE88-81BDBF179F48}"/>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4" name="Footer Placeholder 3">
            <a:extLst>
              <a:ext uri="{FF2B5EF4-FFF2-40B4-BE49-F238E27FC236}">
                <a16:creationId xmlns:a16="http://schemas.microsoft.com/office/drawing/2014/main" id="{8B4DA1BC-F205-0089-7468-3547971B61F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D2E7155-A605-52A7-C6C3-9F75DBB427DB}"/>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4212845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EC689A-BAD4-5E15-AFED-B6B9B3D6ECC3}"/>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3" name="Footer Placeholder 2">
            <a:extLst>
              <a:ext uri="{FF2B5EF4-FFF2-40B4-BE49-F238E27FC236}">
                <a16:creationId xmlns:a16="http://schemas.microsoft.com/office/drawing/2014/main" id="{B35E623D-27BF-20C4-EDC2-26C41635B4A1}"/>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3F939EE-45F4-9C9C-8E3D-D32EE471215C}"/>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2659712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06DC7-0FE8-C154-9394-49378161C0A9}"/>
              </a:ext>
            </a:extLst>
          </p:cNvPr>
          <p:cNvSpPr>
            <a:spLocks noGrp="1"/>
          </p:cNvSpPr>
          <p:nvPr>
            <p:ph type="title"/>
          </p:nvPr>
        </p:nvSpPr>
        <p:spPr>
          <a:xfrm>
            <a:off x="1472910" y="2018348"/>
            <a:ext cx="6896775" cy="7064216"/>
          </a:xfrm>
        </p:spPr>
        <p:txBody>
          <a:bodyPr anchor="b"/>
          <a:lstStyle>
            <a:lvl1pPr>
              <a:defRPr sz="5612"/>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8CC97E4-6E61-CBC8-5E0E-3FC9D8036D74}"/>
              </a:ext>
            </a:extLst>
          </p:cNvPr>
          <p:cNvSpPr>
            <a:spLocks noGrp="1"/>
          </p:cNvSpPr>
          <p:nvPr>
            <p:ph idx="1"/>
          </p:nvPr>
        </p:nvSpPr>
        <p:spPr>
          <a:xfrm>
            <a:off x="9090826" y="4359072"/>
            <a:ext cx="10825460" cy="21515024"/>
          </a:xfrm>
        </p:spPr>
        <p:txBody>
          <a:bodyPr/>
          <a:lstStyle>
            <a:lvl1pPr>
              <a:defRPr sz="5612"/>
            </a:lvl1pPr>
            <a:lvl2pPr>
              <a:defRPr sz="4911"/>
            </a:lvl2pPr>
            <a:lvl3pPr>
              <a:defRPr sz="4209"/>
            </a:lvl3pPr>
            <a:lvl4pPr>
              <a:defRPr sz="3508"/>
            </a:lvl4pPr>
            <a:lvl5pPr>
              <a:defRPr sz="3508"/>
            </a:lvl5pPr>
            <a:lvl6pPr>
              <a:defRPr sz="3508"/>
            </a:lvl6pPr>
            <a:lvl7pPr>
              <a:defRPr sz="3508"/>
            </a:lvl7pPr>
            <a:lvl8pPr>
              <a:defRPr sz="3508"/>
            </a:lvl8pPr>
            <a:lvl9pPr>
              <a:defRPr sz="350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5B1AF2C-C891-EDA4-D6F5-8A42490E29D7}"/>
              </a:ext>
            </a:extLst>
          </p:cNvPr>
          <p:cNvSpPr>
            <a:spLocks noGrp="1"/>
          </p:cNvSpPr>
          <p:nvPr>
            <p:ph type="body" sz="half" idx="2"/>
          </p:nvPr>
        </p:nvSpPr>
        <p:spPr>
          <a:xfrm>
            <a:off x="1472910" y="9082564"/>
            <a:ext cx="6896775" cy="16826573"/>
          </a:xfrm>
        </p:spPr>
        <p:txBody>
          <a:bodyPr/>
          <a:lstStyle>
            <a:lvl1pPr marL="0" indent="0">
              <a:buNone/>
              <a:defRPr sz="2806"/>
            </a:lvl1pPr>
            <a:lvl2pPr marL="801883" indent="0">
              <a:buNone/>
              <a:defRPr sz="2455"/>
            </a:lvl2pPr>
            <a:lvl3pPr marL="1603766" indent="0">
              <a:buNone/>
              <a:defRPr sz="2105"/>
            </a:lvl3pPr>
            <a:lvl4pPr marL="2405649" indent="0">
              <a:buNone/>
              <a:defRPr sz="1754"/>
            </a:lvl4pPr>
            <a:lvl5pPr marL="3207532" indent="0">
              <a:buNone/>
              <a:defRPr sz="1754"/>
            </a:lvl5pPr>
            <a:lvl6pPr marL="4009415" indent="0">
              <a:buNone/>
              <a:defRPr sz="1754"/>
            </a:lvl6pPr>
            <a:lvl7pPr marL="4811298" indent="0">
              <a:buNone/>
              <a:defRPr sz="1754"/>
            </a:lvl7pPr>
            <a:lvl8pPr marL="5613182" indent="0">
              <a:buNone/>
              <a:defRPr sz="1754"/>
            </a:lvl8pPr>
            <a:lvl9pPr marL="6415065" indent="0">
              <a:buNone/>
              <a:defRPr sz="1754"/>
            </a:lvl9pPr>
          </a:lstStyle>
          <a:p>
            <a:pPr lvl="0"/>
            <a:r>
              <a:rPr lang="en-US"/>
              <a:t>Click to edit Master text styles</a:t>
            </a:r>
          </a:p>
        </p:txBody>
      </p:sp>
      <p:sp>
        <p:nvSpPr>
          <p:cNvPr id="5" name="Date Placeholder 4">
            <a:extLst>
              <a:ext uri="{FF2B5EF4-FFF2-40B4-BE49-F238E27FC236}">
                <a16:creationId xmlns:a16="http://schemas.microsoft.com/office/drawing/2014/main" id="{CD5A5E48-1EF0-57B5-386C-17947019ECE2}"/>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6" name="Footer Placeholder 5">
            <a:extLst>
              <a:ext uri="{FF2B5EF4-FFF2-40B4-BE49-F238E27FC236}">
                <a16:creationId xmlns:a16="http://schemas.microsoft.com/office/drawing/2014/main" id="{F558F90E-33FF-C0AB-566C-5FCE3944F9B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58EAD35-80AA-F094-D51C-8A4B6DEFAAAF}"/>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4229634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1581A-2F51-8CB3-4E79-9FEE19CFF456}"/>
              </a:ext>
            </a:extLst>
          </p:cNvPr>
          <p:cNvSpPr>
            <a:spLocks noGrp="1"/>
          </p:cNvSpPr>
          <p:nvPr>
            <p:ph type="title"/>
          </p:nvPr>
        </p:nvSpPr>
        <p:spPr>
          <a:xfrm>
            <a:off x="1472910" y="2018348"/>
            <a:ext cx="6896775" cy="7064216"/>
          </a:xfrm>
        </p:spPr>
        <p:txBody>
          <a:bodyPr anchor="b"/>
          <a:lstStyle>
            <a:lvl1pPr>
              <a:defRPr sz="5612"/>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FF349E6-C092-79CE-A819-B9EB7A85BE09}"/>
              </a:ext>
            </a:extLst>
          </p:cNvPr>
          <p:cNvSpPr>
            <a:spLocks noGrp="1"/>
          </p:cNvSpPr>
          <p:nvPr>
            <p:ph type="pic" idx="1"/>
          </p:nvPr>
        </p:nvSpPr>
        <p:spPr>
          <a:xfrm>
            <a:off x="9090826" y="4359072"/>
            <a:ext cx="10825460" cy="21515024"/>
          </a:xfrm>
        </p:spPr>
        <p:txBody>
          <a:bodyPr/>
          <a:lstStyle>
            <a:lvl1pPr marL="0" indent="0">
              <a:buNone/>
              <a:defRPr sz="5612"/>
            </a:lvl1pPr>
            <a:lvl2pPr marL="801883" indent="0">
              <a:buNone/>
              <a:defRPr sz="4911"/>
            </a:lvl2pPr>
            <a:lvl3pPr marL="1603766" indent="0">
              <a:buNone/>
              <a:defRPr sz="4209"/>
            </a:lvl3pPr>
            <a:lvl4pPr marL="2405649" indent="0">
              <a:buNone/>
              <a:defRPr sz="3508"/>
            </a:lvl4pPr>
            <a:lvl5pPr marL="3207532" indent="0">
              <a:buNone/>
              <a:defRPr sz="3508"/>
            </a:lvl5pPr>
            <a:lvl6pPr marL="4009415" indent="0">
              <a:buNone/>
              <a:defRPr sz="3508"/>
            </a:lvl6pPr>
            <a:lvl7pPr marL="4811298" indent="0">
              <a:buNone/>
              <a:defRPr sz="3508"/>
            </a:lvl7pPr>
            <a:lvl8pPr marL="5613182" indent="0">
              <a:buNone/>
              <a:defRPr sz="3508"/>
            </a:lvl8pPr>
            <a:lvl9pPr marL="6415065" indent="0">
              <a:buNone/>
              <a:defRPr sz="3508"/>
            </a:lvl9pPr>
          </a:lstStyle>
          <a:p>
            <a:endParaRPr lang="en-GB"/>
          </a:p>
        </p:txBody>
      </p:sp>
      <p:sp>
        <p:nvSpPr>
          <p:cNvPr id="4" name="Text Placeholder 3">
            <a:extLst>
              <a:ext uri="{FF2B5EF4-FFF2-40B4-BE49-F238E27FC236}">
                <a16:creationId xmlns:a16="http://schemas.microsoft.com/office/drawing/2014/main" id="{EA5DD00C-134D-A046-3F54-57E310B55C99}"/>
              </a:ext>
            </a:extLst>
          </p:cNvPr>
          <p:cNvSpPr>
            <a:spLocks noGrp="1"/>
          </p:cNvSpPr>
          <p:nvPr>
            <p:ph type="body" sz="half" idx="2"/>
          </p:nvPr>
        </p:nvSpPr>
        <p:spPr>
          <a:xfrm>
            <a:off x="1472910" y="9082564"/>
            <a:ext cx="6896775" cy="16826573"/>
          </a:xfrm>
        </p:spPr>
        <p:txBody>
          <a:bodyPr/>
          <a:lstStyle>
            <a:lvl1pPr marL="0" indent="0">
              <a:buNone/>
              <a:defRPr sz="2806"/>
            </a:lvl1pPr>
            <a:lvl2pPr marL="801883" indent="0">
              <a:buNone/>
              <a:defRPr sz="2455"/>
            </a:lvl2pPr>
            <a:lvl3pPr marL="1603766" indent="0">
              <a:buNone/>
              <a:defRPr sz="2105"/>
            </a:lvl3pPr>
            <a:lvl4pPr marL="2405649" indent="0">
              <a:buNone/>
              <a:defRPr sz="1754"/>
            </a:lvl4pPr>
            <a:lvl5pPr marL="3207532" indent="0">
              <a:buNone/>
              <a:defRPr sz="1754"/>
            </a:lvl5pPr>
            <a:lvl6pPr marL="4009415" indent="0">
              <a:buNone/>
              <a:defRPr sz="1754"/>
            </a:lvl6pPr>
            <a:lvl7pPr marL="4811298" indent="0">
              <a:buNone/>
              <a:defRPr sz="1754"/>
            </a:lvl7pPr>
            <a:lvl8pPr marL="5613182" indent="0">
              <a:buNone/>
              <a:defRPr sz="1754"/>
            </a:lvl8pPr>
            <a:lvl9pPr marL="6415065" indent="0">
              <a:buNone/>
              <a:defRPr sz="1754"/>
            </a:lvl9pPr>
          </a:lstStyle>
          <a:p>
            <a:pPr lvl="0"/>
            <a:r>
              <a:rPr lang="en-US"/>
              <a:t>Click to edit Master text styles</a:t>
            </a:r>
          </a:p>
        </p:txBody>
      </p:sp>
      <p:sp>
        <p:nvSpPr>
          <p:cNvPr id="5" name="Date Placeholder 4">
            <a:extLst>
              <a:ext uri="{FF2B5EF4-FFF2-40B4-BE49-F238E27FC236}">
                <a16:creationId xmlns:a16="http://schemas.microsoft.com/office/drawing/2014/main" id="{E54FA8F2-5571-957E-C096-5A3BC78C503D}"/>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6" name="Footer Placeholder 5">
            <a:extLst>
              <a:ext uri="{FF2B5EF4-FFF2-40B4-BE49-F238E27FC236}">
                <a16:creationId xmlns:a16="http://schemas.microsoft.com/office/drawing/2014/main" id="{31AFC582-68C4-6D93-387D-CE99E979DA3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4527AA1-7A69-D253-90F4-C937E190B17D}"/>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9047553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A5F7D-7513-46D5-5016-62E95B35252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9FF7FEE-E10E-F55B-4212-A655B0F122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5664F9B-A265-D2A8-59BF-B6023AD360F6}"/>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5" name="Footer Placeholder 4">
            <a:extLst>
              <a:ext uri="{FF2B5EF4-FFF2-40B4-BE49-F238E27FC236}">
                <a16:creationId xmlns:a16="http://schemas.microsoft.com/office/drawing/2014/main" id="{0CB45C53-B838-A57F-6EDE-8E3CF5F493F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9FC7809-10A9-3204-4045-1D085E6DF39C}"/>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78794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EF5908-9AEF-BC2B-455B-B057A05E193F}"/>
              </a:ext>
            </a:extLst>
          </p:cNvPr>
          <p:cNvSpPr>
            <a:spLocks noGrp="1"/>
          </p:cNvSpPr>
          <p:nvPr>
            <p:ph type="title" orient="vert"/>
          </p:nvPr>
        </p:nvSpPr>
        <p:spPr>
          <a:xfrm>
            <a:off x="15302657" y="1611875"/>
            <a:ext cx="4610844" cy="2565684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0D0F950-D766-6405-AE70-90B2F60EE184}"/>
              </a:ext>
            </a:extLst>
          </p:cNvPr>
          <p:cNvSpPr>
            <a:spLocks noGrp="1"/>
          </p:cNvSpPr>
          <p:nvPr>
            <p:ph type="body" orient="vert" idx="1"/>
          </p:nvPr>
        </p:nvSpPr>
        <p:spPr>
          <a:xfrm>
            <a:off x="1470124" y="1611875"/>
            <a:ext cx="13565237" cy="256568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AEC6FA-A34C-317B-BC39-026416572815}"/>
              </a:ext>
            </a:extLst>
          </p:cNvPr>
          <p:cNvSpPr>
            <a:spLocks noGrp="1"/>
          </p:cNvSpPr>
          <p:nvPr>
            <p:ph type="dt" sz="half" idx="10"/>
          </p:nvPr>
        </p:nvSpPr>
        <p:spPr/>
        <p:txBody>
          <a:bodyPr/>
          <a:lstStyle/>
          <a:p>
            <a:fld id="{9BA507A8-AB1E-4362-AD52-AB8FDE0591EF}" type="datetimeFigureOut">
              <a:rPr lang="en-GB" smtClean="0"/>
              <a:t>29/03/2026</a:t>
            </a:fld>
            <a:endParaRPr lang="en-GB"/>
          </a:p>
        </p:txBody>
      </p:sp>
      <p:sp>
        <p:nvSpPr>
          <p:cNvPr id="5" name="Footer Placeholder 4">
            <a:extLst>
              <a:ext uri="{FF2B5EF4-FFF2-40B4-BE49-F238E27FC236}">
                <a16:creationId xmlns:a16="http://schemas.microsoft.com/office/drawing/2014/main" id="{6C8CEF44-AD43-EE2C-23EE-CC2AB7DDAA3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78D5481-CDD3-18C6-C796-43EA0AA2FD5A}"/>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1030829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D995287-A1E0-F817-0161-C5323D4624AE}"/>
              </a:ext>
            </a:extLst>
          </p:cNvPr>
          <p:cNvSpPr>
            <a:spLocks noGrp="1"/>
          </p:cNvSpPr>
          <p:nvPr>
            <p:ph type="title"/>
          </p:nvPr>
        </p:nvSpPr>
        <p:spPr>
          <a:xfrm>
            <a:off x="1470124" y="1611877"/>
            <a:ext cx="18443377" cy="5851808"/>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5C4C22-266C-E1DA-75A6-72C02667B948}"/>
              </a:ext>
            </a:extLst>
          </p:cNvPr>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AA99639-CDF6-7946-3993-E2EB81B2826E}"/>
              </a:ext>
            </a:extLst>
          </p:cNvPr>
          <p:cNvSpPr>
            <a:spLocks noGrp="1"/>
          </p:cNvSpPr>
          <p:nvPr>
            <p:ph type="dt" sz="half" idx="2"/>
          </p:nvPr>
        </p:nvSpPr>
        <p:spPr>
          <a:xfrm>
            <a:off x="1470124" y="28060639"/>
            <a:ext cx="4811316" cy="1611875"/>
          </a:xfrm>
          <a:prstGeom prst="rect">
            <a:avLst/>
          </a:prstGeom>
        </p:spPr>
        <p:txBody>
          <a:bodyPr vert="horz" lIns="91440" tIns="45720" rIns="91440" bIns="45720" rtlCol="0" anchor="ctr"/>
          <a:lstStyle>
            <a:lvl1pPr algn="l">
              <a:defRPr sz="2105">
                <a:solidFill>
                  <a:schemeClr val="tx1">
                    <a:tint val="82000"/>
                  </a:schemeClr>
                </a:solidFill>
              </a:defRPr>
            </a:lvl1pPr>
          </a:lstStyle>
          <a:p>
            <a:fld id="{9BA507A8-AB1E-4362-AD52-AB8FDE0591EF}" type="datetimeFigureOut">
              <a:rPr lang="en-GB" smtClean="0"/>
              <a:t>29/03/2026</a:t>
            </a:fld>
            <a:endParaRPr lang="en-GB"/>
          </a:p>
        </p:txBody>
      </p:sp>
      <p:sp>
        <p:nvSpPr>
          <p:cNvPr id="5" name="Footer Placeholder 4">
            <a:extLst>
              <a:ext uri="{FF2B5EF4-FFF2-40B4-BE49-F238E27FC236}">
                <a16:creationId xmlns:a16="http://schemas.microsoft.com/office/drawing/2014/main" id="{E3BEE713-4544-69F4-771A-B54A44D5E110}"/>
              </a:ext>
            </a:extLst>
          </p:cNvPr>
          <p:cNvSpPr>
            <a:spLocks noGrp="1"/>
          </p:cNvSpPr>
          <p:nvPr>
            <p:ph type="ftr" sz="quarter" idx="3"/>
          </p:nvPr>
        </p:nvSpPr>
        <p:spPr>
          <a:xfrm>
            <a:off x="7083326" y="28060639"/>
            <a:ext cx="7216973" cy="1611875"/>
          </a:xfrm>
          <a:prstGeom prst="rect">
            <a:avLst/>
          </a:prstGeom>
        </p:spPr>
        <p:txBody>
          <a:bodyPr vert="horz" lIns="91440" tIns="45720" rIns="91440" bIns="45720" rtlCol="0" anchor="ctr"/>
          <a:lstStyle>
            <a:lvl1pPr algn="ctr">
              <a:defRPr sz="210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59F6F6DF-40DA-1CC9-066F-E45398183BCC}"/>
              </a:ext>
            </a:extLst>
          </p:cNvPr>
          <p:cNvSpPr>
            <a:spLocks noGrp="1"/>
          </p:cNvSpPr>
          <p:nvPr>
            <p:ph type="sldNum" sz="quarter" idx="4"/>
          </p:nvPr>
        </p:nvSpPr>
        <p:spPr>
          <a:xfrm>
            <a:off x="15102185" y="28060639"/>
            <a:ext cx="4811316" cy="1611875"/>
          </a:xfrm>
          <a:prstGeom prst="rect">
            <a:avLst/>
          </a:prstGeom>
        </p:spPr>
        <p:txBody>
          <a:bodyPr vert="horz" lIns="91440" tIns="45720" rIns="91440" bIns="45720" rtlCol="0" anchor="ctr"/>
          <a:lstStyle>
            <a:lvl1pPr algn="r">
              <a:defRPr sz="2105">
                <a:solidFill>
                  <a:schemeClr val="tx1">
                    <a:tint val="82000"/>
                  </a:schemeClr>
                </a:solidFill>
              </a:defRPr>
            </a:lvl1pPr>
          </a:lstStyle>
          <a:p>
            <a:fld id="{B7C1F992-79A7-4CC2-A6FC-0436C7F8D8E7}" type="slidenum">
              <a:rPr lang="en-GB" smtClean="0"/>
              <a:t>‹#›</a:t>
            </a:fld>
            <a:endParaRPr lang="en-GB"/>
          </a:p>
        </p:txBody>
      </p:sp>
    </p:spTree>
    <p:extLst>
      <p:ext uri="{BB962C8B-B14F-4D97-AF65-F5344CB8AC3E}">
        <p14:creationId xmlns:p14="http://schemas.microsoft.com/office/powerpoint/2010/main" val="3064673721"/>
      </p:ext>
    </p:extLst>
  </p:cSld>
  <p:clrMap bg1="lt1" tx1="dk1" bg2="lt2" tx2="dk2" accent1="accent1" accent2="accent2" accent3="accent3" accent4="accent4" accent5="accent5" accent6="accent6" hlink="hlink" folHlink="folHlink"/>
  <p:sldLayoutIdLst>
    <p:sldLayoutId id="2147483778" r:id="rId1"/>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Lst>
  <p:txStyles>
    <p:titleStyle>
      <a:lvl1pPr algn="l" defTabSz="1603766" rtl="0" eaLnBrk="1" latinLnBrk="0" hangingPunct="1">
        <a:lnSpc>
          <a:spcPct val="90000"/>
        </a:lnSpc>
        <a:spcBef>
          <a:spcPct val="0"/>
        </a:spcBef>
        <a:buNone/>
        <a:defRPr sz="7717" kern="1200">
          <a:solidFill>
            <a:schemeClr val="tx1"/>
          </a:solidFill>
          <a:latin typeface="+mj-lt"/>
          <a:ea typeface="+mj-ea"/>
          <a:cs typeface="+mj-cs"/>
        </a:defRPr>
      </a:lvl1pPr>
    </p:titleStyle>
    <p:bodyStyle>
      <a:lvl1pPr marL="400942" indent="-400942" algn="l" defTabSz="1603766" rtl="0" eaLnBrk="1" latinLnBrk="0" hangingPunct="1">
        <a:lnSpc>
          <a:spcPct val="90000"/>
        </a:lnSpc>
        <a:spcBef>
          <a:spcPts val="1754"/>
        </a:spcBef>
        <a:buFont typeface="Arial" panose="020B0604020202020204" pitchFamily="34" charset="0"/>
        <a:buChar char="•"/>
        <a:defRPr sz="4911" kern="1200">
          <a:solidFill>
            <a:schemeClr val="tx1"/>
          </a:solidFill>
          <a:latin typeface="+mn-lt"/>
          <a:ea typeface="+mn-ea"/>
          <a:cs typeface="+mn-cs"/>
        </a:defRPr>
      </a:lvl1pPr>
      <a:lvl2pPr marL="1202825" indent="-400942" algn="l" defTabSz="1603766" rtl="0" eaLnBrk="1" latinLnBrk="0" hangingPunct="1">
        <a:lnSpc>
          <a:spcPct val="90000"/>
        </a:lnSpc>
        <a:spcBef>
          <a:spcPts val="877"/>
        </a:spcBef>
        <a:buFont typeface="Arial" panose="020B0604020202020204" pitchFamily="34" charset="0"/>
        <a:buChar char="•"/>
        <a:defRPr sz="4209" kern="1200">
          <a:solidFill>
            <a:schemeClr val="tx1"/>
          </a:solidFill>
          <a:latin typeface="+mn-lt"/>
          <a:ea typeface="+mn-ea"/>
          <a:cs typeface="+mn-cs"/>
        </a:defRPr>
      </a:lvl2pPr>
      <a:lvl3pPr marL="2004708" indent="-400942" algn="l" defTabSz="1603766" rtl="0" eaLnBrk="1" latinLnBrk="0" hangingPunct="1">
        <a:lnSpc>
          <a:spcPct val="90000"/>
        </a:lnSpc>
        <a:spcBef>
          <a:spcPts val="877"/>
        </a:spcBef>
        <a:buFont typeface="Arial" panose="020B0604020202020204" pitchFamily="34" charset="0"/>
        <a:buChar char="•"/>
        <a:defRPr sz="3508" kern="1200">
          <a:solidFill>
            <a:schemeClr val="tx1"/>
          </a:solidFill>
          <a:latin typeface="+mn-lt"/>
          <a:ea typeface="+mn-ea"/>
          <a:cs typeface="+mn-cs"/>
        </a:defRPr>
      </a:lvl3pPr>
      <a:lvl4pPr marL="2806591"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4pPr>
      <a:lvl5pPr marL="3608474"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5pPr>
      <a:lvl6pPr marL="4410357"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6pPr>
      <a:lvl7pPr marL="5212240"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7pPr>
      <a:lvl8pPr marL="6014123"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8pPr>
      <a:lvl9pPr marL="6816006"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9pPr>
    </p:bodyStyle>
    <p:otherStyle>
      <a:defPPr>
        <a:defRPr lang="en-US"/>
      </a:defPPr>
      <a:lvl1pPr marL="0" algn="l" defTabSz="1603766" rtl="0" eaLnBrk="1" latinLnBrk="0" hangingPunct="1">
        <a:defRPr sz="3157" kern="1200">
          <a:solidFill>
            <a:schemeClr val="tx1"/>
          </a:solidFill>
          <a:latin typeface="+mn-lt"/>
          <a:ea typeface="+mn-ea"/>
          <a:cs typeface="+mn-cs"/>
        </a:defRPr>
      </a:lvl1pPr>
      <a:lvl2pPr marL="801883" algn="l" defTabSz="1603766" rtl="0" eaLnBrk="1" latinLnBrk="0" hangingPunct="1">
        <a:defRPr sz="3157" kern="1200">
          <a:solidFill>
            <a:schemeClr val="tx1"/>
          </a:solidFill>
          <a:latin typeface="+mn-lt"/>
          <a:ea typeface="+mn-ea"/>
          <a:cs typeface="+mn-cs"/>
        </a:defRPr>
      </a:lvl2pPr>
      <a:lvl3pPr marL="1603766" algn="l" defTabSz="1603766" rtl="0" eaLnBrk="1" latinLnBrk="0" hangingPunct="1">
        <a:defRPr sz="3157" kern="1200">
          <a:solidFill>
            <a:schemeClr val="tx1"/>
          </a:solidFill>
          <a:latin typeface="+mn-lt"/>
          <a:ea typeface="+mn-ea"/>
          <a:cs typeface="+mn-cs"/>
        </a:defRPr>
      </a:lvl3pPr>
      <a:lvl4pPr marL="2405649" algn="l" defTabSz="1603766" rtl="0" eaLnBrk="1" latinLnBrk="0" hangingPunct="1">
        <a:defRPr sz="3157" kern="1200">
          <a:solidFill>
            <a:schemeClr val="tx1"/>
          </a:solidFill>
          <a:latin typeface="+mn-lt"/>
          <a:ea typeface="+mn-ea"/>
          <a:cs typeface="+mn-cs"/>
        </a:defRPr>
      </a:lvl4pPr>
      <a:lvl5pPr marL="3207532" algn="l" defTabSz="1603766" rtl="0" eaLnBrk="1" latinLnBrk="0" hangingPunct="1">
        <a:defRPr sz="3157" kern="1200">
          <a:solidFill>
            <a:schemeClr val="tx1"/>
          </a:solidFill>
          <a:latin typeface="+mn-lt"/>
          <a:ea typeface="+mn-ea"/>
          <a:cs typeface="+mn-cs"/>
        </a:defRPr>
      </a:lvl5pPr>
      <a:lvl6pPr marL="4009415" algn="l" defTabSz="1603766" rtl="0" eaLnBrk="1" latinLnBrk="0" hangingPunct="1">
        <a:defRPr sz="3157" kern="1200">
          <a:solidFill>
            <a:schemeClr val="tx1"/>
          </a:solidFill>
          <a:latin typeface="+mn-lt"/>
          <a:ea typeface="+mn-ea"/>
          <a:cs typeface="+mn-cs"/>
        </a:defRPr>
      </a:lvl6pPr>
      <a:lvl7pPr marL="4811298" algn="l" defTabSz="1603766" rtl="0" eaLnBrk="1" latinLnBrk="0" hangingPunct="1">
        <a:defRPr sz="3157" kern="1200">
          <a:solidFill>
            <a:schemeClr val="tx1"/>
          </a:solidFill>
          <a:latin typeface="+mn-lt"/>
          <a:ea typeface="+mn-ea"/>
          <a:cs typeface="+mn-cs"/>
        </a:defRPr>
      </a:lvl7pPr>
      <a:lvl8pPr marL="5613182" algn="l" defTabSz="1603766" rtl="0" eaLnBrk="1" latinLnBrk="0" hangingPunct="1">
        <a:defRPr sz="3157" kern="1200">
          <a:solidFill>
            <a:schemeClr val="tx1"/>
          </a:solidFill>
          <a:latin typeface="+mn-lt"/>
          <a:ea typeface="+mn-ea"/>
          <a:cs typeface="+mn-cs"/>
        </a:defRPr>
      </a:lvl8pPr>
      <a:lvl9pPr marL="6415065" algn="l" defTabSz="1603766" rtl="0" eaLnBrk="1" latinLnBrk="0" hangingPunct="1">
        <a:defRPr sz="315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8" name="Rectangle: Rounded Corners 47">
            <a:extLst>
              <a:ext uri="{FF2B5EF4-FFF2-40B4-BE49-F238E27FC236}">
                <a16:creationId xmlns:a16="http://schemas.microsoft.com/office/drawing/2014/main" id="{2A57AD61-35B5-3784-1311-F9D7D4A9B72D}"/>
              </a:ext>
            </a:extLst>
          </p:cNvPr>
          <p:cNvSpPr/>
          <p:nvPr/>
        </p:nvSpPr>
        <p:spPr>
          <a:xfrm>
            <a:off x="461249" y="11466018"/>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
        <p:nvSpPr>
          <p:cNvPr id="42" name="Rectangle: Rounded Corners 41">
            <a:extLst>
              <a:ext uri="{FF2B5EF4-FFF2-40B4-BE49-F238E27FC236}">
                <a16:creationId xmlns:a16="http://schemas.microsoft.com/office/drawing/2014/main" id="{1B2A54CB-0C2C-3886-72E2-464C7E336086}"/>
              </a:ext>
            </a:extLst>
          </p:cNvPr>
          <p:cNvSpPr/>
          <p:nvPr/>
        </p:nvSpPr>
        <p:spPr>
          <a:xfrm>
            <a:off x="445553" y="23936248"/>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
        <p:nvSpPr>
          <p:cNvPr id="46" name="Rectangle: Rounded Corners 45">
            <a:extLst>
              <a:ext uri="{FF2B5EF4-FFF2-40B4-BE49-F238E27FC236}">
                <a16:creationId xmlns:a16="http://schemas.microsoft.com/office/drawing/2014/main" id="{FCB0D5D0-BACD-3844-6C3C-63D2267AA785}"/>
              </a:ext>
            </a:extLst>
          </p:cNvPr>
          <p:cNvSpPr/>
          <p:nvPr/>
        </p:nvSpPr>
        <p:spPr>
          <a:xfrm>
            <a:off x="10978646" y="17778247"/>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
        <p:nvSpPr>
          <p:cNvPr id="36" name="Rectangle: Rounded Corners 35">
            <a:extLst>
              <a:ext uri="{FF2B5EF4-FFF2-40B4-BE49-F238E27FC236}">
                <a16:creationId xmlns:a16="http://schemas.microsoft.com/office/drawing/2014/main" id="{06D4043B-6B0A-E807-297A-78F228CBBFA8}"/>
              </a:ext>
            </a:extLst>
          </p:cNvPr>
          <p:cNvSpPr/>
          <p:nvPr/>
        </p:nvSpPr>
        <p:spPr>
          <a:xfrm>
            <a:off x="10978646" y="3588017"/>
            <a:ext cx="9943729" cy="7423380"/>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Rectangle 3">
            <a:extLst>
              <a:ext uri="{FF2B5EF4-FFF2-40B4-BE49-F238E27FC236}">
                <a16:creationId xmlns:a16="http://schemas.microsoft.com/office/drawing/2014/main" id="{D0B18B2F-2693-9936-E3AE-92F9902AC825}"/>
              </a:ext>
            </a:extLst>
          </p:cNvPr>
          <p:cNvSpPr/>
          <p:nvPr/>
        </p:nvSpPr>
        <p:spPr>
          <a:xfrm>
            <a:off x="1" y="0"/>
            <a:ext cx="21383624" cy="3425125"/>
          </a:xfrm>
          <a:prstGeom prst="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5400" b="1" dirty="0">
                <a:latin typeface="Calibri" panose="020F0502020204030204" pitchFamily="34" charset="0"/>
                <a:ea typeface="Calibri" panose="020F0502020204030204" pitchFamily="34" charset="0"/>
                <a:cs typeface="Calibri" panose="020F0502020204030204" pitchFamily="34" charset="0"/>
              </a:rPr>
              <a:t>Using Machine Learning to Understand and </a:t>
            </a:r>
            <a:br>
              <a:rPr lang="en-GB" sz="5400" b="1" dirty="0">
                <a:latin typeface="Calibri" panose="020F0502020204030204" pitchFamily="34" charset="0"/>
                <a:ea typeface="Calibri" panose="020F0502020204030204" pitchFamily="34" charset="0"/>
                <a:cs typeface="Calibri" panose="020F0502020204030204" pitchFamily="34" charset="0"/>
              </a:rPr>
            </a:br>
            <a:r>
              <a:rPr lang="en-GB" sz="5400" b="1" dirty="0">
                <a:latin typeface="Calibri" panose="020F0502020204030204" pitchFamily="34" charset="0"/>
                <a:ea typeface="Calibri" panose="020F0502020204030204" pitchFamily="34" charset="0"/>
                <a:cs typeface="Calibri" panose="020F0502020204030204" pitchFamily="34" charset="0"/>
              </a:rPr>
              <a:t>Enhance Racing Driver Performance</a:t>
            </a:r>
          </a:p>
          <a:p>
            <a:pPr algn="ctr"/>
            <a:r>
              <a:rPr lang="en-GB" sz="4400" b="1" dirty="0">
                <a:latin typeface="Calibri" panose="020F0502020204030204" pitchFamily="34" charset="0"/>
                <a:ea typeface="Calibri" panose="020F0502020204030204" pitchFamily="34" charset="0"/>
                <a:cs typeface="Calibri" panose="020F0502020204030204" pitchFamily="34" charset="0"/>
              </a:rPr>
              <a:t>Harry Gardner</a:t>
            </a:r>
            <a:br>
              <a:rPr lang="en-GB" sz="3600" b="1" dirty="0">
                <a:latin typeface="Calibri" panose="020F0502020204030204" pitchFamily="34" charset="0"/>
                <a:ea typeface="Calibri" panose="020F0502020204030204" pitchFamily="34" charset="0"/>
                <a:cs typeface="Calibri" panose="020F0502020204030204" pitchFamily="34" charset="0"/>
              </a:rPr>
            </a:br>
            <a:r>
              <a:rPr lang="en-GB" sz="2800" b="1" dirty="0">
                <a:latin typeface="Calibri" panose="020F0502020204030204" pitchFamily="34" charset="0"/>
                <a:ea typeface="Calibri" panose="020F0502020204030204" pitchFamily="34" charset="0"/>
                <a:cs typeface="Calibri" panose="020F0502020204030204" pitchFamily="34" charset="0"/>
              </a:rPr>
              <a:t>University of Exeter</a:t>
            </a:r>
          </a:p>
        </p:txBody>
      </p:sp>
      <p:pic>
        <p:nvPicPr>
          <p:cNvPr id="6" name="Picture 5">
            <a:extLst>
              <a:ext uri="{FF2B5EF4-FFF2-40B4-BE49-F238E27FC236}">
                <a16:creationId xmlns:a16="http://schemas.microsoft.com/office/drawing/2014/main" id="{21C537A7-EB83-DD53-2614-7B385D4907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01706" y="25785139"/>
            <a:ext cx="2126922" cy="2126922"/>
          </a:xfrm>
          <a:prstGeom prst="rect">
            <a:avLst/>
          </a:prstGeom>
        </p:spPr>
      </p:pic>
      <p:sp>
        <p:nvSpPr>
          <p:cNvPr id="7" name="Rectangle: Rounded Corners 6">
            <a:extLst>
              <a:ext uri="{FF2B5EF4-FFF2-40B4-BE49-F238E27FC236}">
                <a16:creationId xmlns:a16="http://schemas.microsoft.com/office/drawing/2014/main" id="{0C12244C-1D8A-08C9-6231-ED3313AF83EC}"/>
              </a:ext>
            </a:extLst>
          </p:cNvPr>
          <p:cNvSpPr/>
          <p:nvPr/>
        </p:nvSpPr>
        <p:spPr>
          <a:xfrm>
            <a:off x="490047" y="3588017"/>
            <a:ext cx="9972463" cy="3300122"/>
          </a:xfrm>
          <a:prstGeom prst="roundRect">
            <a:avLst/>
          </a:prstGeom>
          <a:solidFill>
            <a:schemeClr val="bg1"/>
          </a:solidFill>
          <a:ln w="254000">
            <a:solidFill>
              <a:schemeClr val="tx2"/>
            </a:solidFill>
          </a:ln>
        </p:spPr>
        <p:style>
          <a:lnRef idx="1">
            <a:schemeClr val="accent4"/>
          </a:lnRef>
          <a:fillRef idx="3">
            <a:schemeClr val="accent4"/>
          </a:fillRef>
          <a:effectRef idx="2">
            <a:schemeClr val="accent4"/>
          </a:effectRef>
          <a:fontRef idx="minor">
            <a:schemeClr val="lt1"/>
          </a:fontRef>
        </p:style>
        <p:txBody>
          <a:bodyPr rtlCol="0" anchor="ctr"/>
          <a:lstStyle/>
          <a:p>
            <a: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t>Background &amp; Objectives:</a:t>
            </a:r>
          </a:p>
          <a:p>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Improving and training the development and consistency of driver performance is crucial for a serious racing team; being able to reduce the human-factor variability of race results can elevate the team’s championship standings over the course of a full season through more consistent point-scoring opportunities. Helping the drivers to become more consistent in both real-life racing and sim racing settings by using the same tools, AI and ML can be utilised for drivers to be able to interpret and incorporate high level feedback without requiring an in-depth knowledge of the aerodynamics and logistics of the car beneath them.</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This project aimed to build a ML system capable of extracting driving behaviour features from real Formula One race telemetry as well as sim racing video game telemetry to provide real-time feedback to drivers on how to improve their lap times.</a:t>
            </a:r>
            <a:endPar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14" name="Rectangle: Rounded Corners 13">
            <a:extLst>
              <a:ext uri="{FF2B5EF4-FFF2-40B4-BE49-F238E27FC236}">
                <a16:creationId xmlns:a16="http://schemas.microsoft.com/office/drawing/2014/main" id="{8E6298C8-913F-3313-A467-E69E9967C7E6}"/>
              </a:ext>
            </a:extLst>
          </p:cNvPr>
          <p:cNvSpPr/>
          <p:nvPr/>
        </p:nvSpPr>
        <p:spPr>
          <a:xfrm>
            <a:off x="443218" y="17778247"/>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Results:</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dirty="0" err="1">
                <a:latin typeface="Calibri" panose="020F0502020204030204" pitchFamily="34" charset="0"/>
                <a:ea typeface="Calibri" panose="020F0502020204030204" pitchFamily="34" charset="0"/>
                <a:cs typeface="Calibri" panose="020F0502020204030204" pitchFamily="34" charset="0"/>
              </a:rPr>
              <a:t>aaaaa</a:t>
            </a:r>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
        <p:nvSpPr>
          <p:cNvPr id="3" name="Rectangle: Rounded Corners 2">
            <a:extLst>
              <a:ext uri="{FF2B5EF4-FFF2-40B4-BE49-F238E27FC236}">
                <a16:creationId xmlns:a16="http://schemas.microsoft.com/office/drawing/2014/main" id="{F2935F09-33C9-CC38-97D3-73F5D052BE49}"/>
              </a:ext>
            </a:extLst>
          </p:cNvPr>
          <p:cNvSpPr/>
          <p:nvPr/>
        </p:nvSpPr>
        <p:spPr>
          <a:xfrm>
            <a:off x="490047" y="7234064"/>
            <a:ext cx="9972464" cy="3777333"/>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t>Data Collection &amp; Preprocessing:</a:t>
            </a:r>
            <a:b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br>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Publicly available telemetric data from real Formula One races were accessed using the FastF1 Python library. From here, taking all fast-lap qualifying data from events under dry conditions to form the historical dataset.</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AI (CPU) qualifying data from the F1 25 game was harvested using Telemetry Tool by Iko Rein.</a:t>
            </a:r>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This was run under conditions with equal performance across all cars, as well as exclusively time-fixed dry conditions to eliminate potential variability.</a:t>
            </a:r>
          </a:p>
          <a:p>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Preprocessing was applied to all data collected. Historical data throttle and braking values were binarised and was temporally interpolated to every 0.05s (20hz). Game coordinates were realigned to match real-world values, with its throttle and braking values normalised to 0-1. The data were also interpolated to match 5 metre track intervals, appropriate for the 20hz sample intervals, so that comparisons between laps had reliable accuracy. </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Data had the following columns: distance, x, y, z, norm_speed, speed, time, throttle, brake, gear, drs, rpm, source.</a:t>
            </a:r>
            <a:endPar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grpSp>
        <p:nvGrpSpPr>
          <p:cNvPr id="11" name="Group 10">
            <a:extLst>
              <a:ext uri="{FF2B5EF4-FFF2-40B4-BE49-F238E27FC236}">
                <a16:creationId xmlns:a16="http://schemas.microsoft.com/office/drawing/2014/main" id="{3BFB25DB-8FD1-81DD-DCF0-2F3EE7C54E67}"/>
              </a:ext>
            </a:extLst>
          </p:cNvPr>
          <p:cNvGrpSpPr/>
          <p:nvPr/>
        </p:nvGrpSpPr>
        <p:grpSpPr>
          <a:xfrm>
            <a:off x="12866423" y="3941880"/>
            <a:ext cx="6154817" cy="2783671"/>
            <a:chOff x="10801687" y="4065336"/>
            <a:chExt cx="6154817" cy="2783671"/>
          </a:xfrm>
        </p:grpSpPr>
        <p:pic>
          <p:nvPicPr>
            <p:cNvPr id="20" name="Picture 19">
              <a:extLst>
                <a:ext uri="{FF2B5EF4-FFF2-40B4-BE49-F238E27FC236}">
                  <a16:creationId xmlns:a16="http://schemas.microsoft.com/office/drawing/2014/main" id="{CFD3E36D-F382-F785-206B-D605246EFCD7}"/>
                </a:ext>
              </a:extLst>
            </p:cNvPr>
            <p:cNvPicPr>
              <a:picLocks noChangeAspect="1"/>
            </p:cNvPicPr>
            <p:nvPr/>
          </p:nvPicPr>
          <p:blipFill>
            <a:blip r:embed="rId3"/>
            <a:stretch>
              <a:fillRect/>
            </a:stretch>
          </p:blipFill>
          <p:spPr>
            <a:xfrm>
              <a:off x="10915879" y="4065336"/>
              <a:ext cx="5723940" cy="2578918"/>
            </a:xfrm>
            <a:prstGeom prst="rect">
              <a:avLst/>
            </a:prstGeom>
          </p:spPr>
        </p:pic>
        <p:sp>
          <p:nvSpPr>
            <p:cNvPr id="10" name="TextBox 9">
              <a:extLst>
                <a:ext uri="{FF2B5EF4-FFF2-40B4-BE49-F238E27FC236}">
                  <a16:creationId xmlns:a16="http://schemas.microsoft.com/office/drawing/2014/main" id="{CA9944B3-6E95-E157-44E2-27265B6D8B79}"/>
                </a:ext>
              </a:extLst>
            </p:cNvPr>
            <p:cNvSpPr txBox="1"/>
            <p:nvPr/>
          </p:nvSpPr>
          <p:spPr>
            <a:xfrm>
              <a:off x="10801687" y="6510453"/>
              <a:ext cx="6154817" cy="338554"/>
            </a:xfrm>
            <a:prstGeom prst="rect">
              <a:avLst/>
            </a:prstGeom>
            <a:noFill/>
          </p:spPr>
          <p:txBody>
            <a:bodyPr wrap="square" rtlCol="0">
              <a:spAutoFit/>
            </a:bodyPr>
            <a:lstStyle/>
            <a:p>
              <a:r>
                <a:rPr lang="en-GB" sz="1600" b="1" dirty="0"/>
                <a:t>Figure 1: </a:t>
              </a:r>
              <a:r>
                <a:rPr lang="en-GB" sz="1600" dirty="0"/>
                <a:t>Curvature over Distance Plot for the Red Bull Ring (Austria).</a:t>
              </a:r>
              <a:endParaRPr lang="en-GB" sz="1600" b="1" dirty="0"/>
            </a:p>
          </p:txBody>
        </p:sp>
      </p:grpSp>
      <p:grpSp>
        <p:nvGrpSpPr>
          <p:cNvPr id="19" name="Group 18">
            <a:extLst>
              <a:ext uri="{FF2B5EF4-FFF2-40B4-BE49-F238E27FC236}">
                <a16:creationId xmlns:a16="http://schemas.microsoft.com/office/drawing/2014/main" id="{F4BC4623-EAD9-CB3F-B5B3-CC881163C38B}"/>
              </a:ext>
            </a:extLst>
          </p:cNvPr>
          <p:cNvGrpSpPr/>
          <p:nvPr/>
        </p:nvGrpSpPr>
        <p:grpSpPr>
          <a:xfrm>
            <a:off x="14079738" y="6849523"/>
            <a:ext cx="3530656" cy="3800024"/>
            <a:chOff x="10845672" y="6707406"/>
            <a:chExt cx="4123314" cy="3585470"/>
          </a:xfrm>
        </p:grpSpPr>
        <p:grpSp>
          <p:nvGrpSpPr>
            <p:cNvPr id="15" name="Group 14">
              <a:extLst>
                <a:ext uri="{FF2B5EF4-FFF2-40B4-BE49-F238E27FC236}">
                  <a16:creationId xmlns:a16="http://schemas.microsoft.com/office/drawing/2014/main" id="{2C11DD64-CABE-CA55-55CE-448EDC0C8F4E}"/>
                </a:ext>
              </a:extLst>
            </p:cNvPr>
            <p:cNvGrpSpPr/>
            <p:nvPr/>
          </p:nvGrpSpPr>
          <p:grpSpPr>
            <a:xfrm>
              <a:off x="11042337" y="6707406"/>
              <a:ext cx="3739242" cy="2916740"/>
              <a:chOff x="10915877" y="7365592"/>
              <a:chExt cx="3739242" cy="2916740"/>
            </a:xfrm>
          </p:grpSpPr>
          <p:pic>
            <p:nvPicPr>
              <p:cNvPr id="16" name="Picture 15">
                <a:extLst>
                  <a:ext uri="{FF2B5EF4-FFF2-40B4-BE49-F238E27FC236}">
                    <a16:creationId xmlns:a16="http://schemas.microsoft.com/office/drawing/2014/main" id="{8C629B29-B49F-AE4D-B983-68DF8FC4E32E}"/>
                  </a:ext>
                </a:extLst>
              </p:cNvPr>
              <p:cNvPicPr>
                <a:picLocks noChangeAspect="1"/>
              </p:cNvPicPr>
              <p:nvPr/>
            </p:nvPicPr>
            <p:blipFill>
              <a:blip r:embed="rId4"/>
              <a:stretch>
                <a:fillRect/>
              </a:stretch>
            </p:blipFill>
            <p:spPr>
              <a:xfrm>
                <a:off x="10915877" y="7365592"/>
                <a:ext cx="1980337" cy="2916740"/>
              </a:xfrm>
              <a:prstGeom prst="rect">
                <a:avLst/>
              </a:prstGeom>
            </p:spPr>
          </p:pic>
          <p:pic>
            <p:nvPicPr>
              <p:cNvPr id="18" name="Picture 17">
                <a:extLst>
                  <a:ext uri="{FF2B5EF4-FFF2-40B4-BE49-F238E27FC236}">
                    <a16:creationId xmlns:a16="http://schemas.microsoft.com/office/drawing/2014/main" id="{4EAF249F-FBD2-2B79-F522-372ED78F52BC}"/>
                  </a:ext>
                </a:extLst>
              </p:cNvPr>
              <p:cNvPicPr>
                <a:picLocks noChangeAspect="1"/>
              </p:cNvPicPr>
              <p:nvPr/>
            </p:nvPicPr>
            <p:blipFill>
              <a:blip r:embed="rId5"/>
              <a:stretch>
                <a:fillRect/>
              </a:stretch>
            </p:blipFill>
            <p:spPr>
              <a:xfrm>
                <a:off x="12896214" y="7384257"/>
                <a:ext cx="1758905" cy="2883888"/>
              </a:xfrm>
              <a:prstGeom prst="rect">
                <a:avLst/>
              </a:prstGeom>
            </p:spPr>
          </p:pic>
        </p:grpSp>
        <p:sp>
          <p:nvSpPr>
            <p:cNvPr id="17" name="TextBox 16">
              <a:extLst>
                <a:ext uri="{FF2B5EF4-FFF2-40B4-BE49-F238E27FC236}">
                  <a16:creationId xmlns:a16="http://schemas.microsoft.com/office/drawing/2014/main" id="{8D17F905-2A11-8104-169A-6083B82773C8}"/>
                </a:ext>
              </a:extLst>
            </p:cNvPr>
            <p:cNvSpPr txBox="1"/>
            <p:nvPr/>
          </p:nvSpPr>
          <p:spPr>
            <a:xfrm>
              <a:off x="10845672" y="9741118"/>
              <a:ext cx="4123314" cy="551758"/>
            </a:xfrm>
            <a:prstGeom prst="rect">
              <a:avLst/>
            </a:prstGeom>
            <a:noFill/>
          </p:spPr>
          <p:txBody>
            <a:bodyPr wrap="square" rtlCol="0">
              <a:spAutoFit/>
            </a:bodyPr>
            <a:lstStyle/>
            <a:p>
              <a:r>
                <a:rPr lang="en-GB" sz="1600" b="1" dirty="0"/>
                <a:t>Figures 2 &amp; 3: </a:t>
              </a:r>
              <a:r>
                <a:rPr lang="en-GB" sz="1600" dirty="0"/>
                <a:t>Car State and Speed plots for the Red Bull Ring (Austria).</a:t>
              </a:r>
              <a:endParaRPr lang="en-GB" sz="1600" b="1" dirty="0"/>
            </a:p>
          </p:txBody>
        </p:sp>
      </p:grpSp>
      <p:pic>
        <p:nvPicPr>
          <p:cNvPr id="22" name="Picture 21">
            <a:extLst>
              <a:ext uri="{FF2B5EF4-FFF2-40B4-BE49-F238E27FC236}">
                <a16:creationId xmlns:a16="http://schemas.microsoft.com/office/drawing/2014/main" id="{1F60DBE7-CAD8-922C-A22A-F395D5F75435}"/>
              </a:ext>
            </a:extLst>
          </p:cNvPr>
          <p:cNvPicPr>
            <a:picLocks noChangeAspect="1"/>
          </p:cNvPicPr>
          <p:nvPr/>
        </p:nvPicPr>
        <p:blipFill>
          <a:blip r:embed="rId6"/>
          <a:stretch>
            <a:fillRect/>
          </a:stretch>
        </p:blipFill>
        <p:spPr>
          <a:xfrm>
            <a:off x="2365167" y="11682574"/>
            <a:ext cx="5225229" cy="2340562"/>
          </a:xfrm>
          <a:prstGeom prst="rect">
            <a:avLst/>
          </a:prstGeom>
        </p:spPr>
      </p:pic>
      <p:pic>
        <p:nvPicPr>
          <p:cNvPr id="24" name="Picture 23">
            <a:extLst>
              <a:ext uri="{FF2B5EF4-FFF2-40B4-BE49-F238E27FC236}">
                <a16:creationId xmlns:a16="http://schemas.microsoft.com/office/drawing/2014/main" id="{36F8C087-00E0-D9B9-F42A-069442A99ABB}"/>
              </a:ext>
            </a:extLst>
          </p:cNvPr>
          <p:cNvPicPr>
            <a:picLocks noChangeAspect="1"/>
          </p:cNvPicPr>
          <p:nvPr/>
        </p:nvPicPr>
        <p:blipFill>
          <a:blip r:embed="rId7"/>
          <a:stretch>
            <a:fillRect/>
          </a:stretch>
        </p:blipFill>
        <p:spPr>
          <a:xfrm>
            <a:off x="2266186" y="14468852"/>
            <a:ext cx="6268934" cy="2563968"/>
          </a:xfrm>
          <a:prstGeom prst="rect">
            <a:avLst/>
          </a:prstGeom>
        </p:spPr>
      </p:pic>
      <p:pic>
        <p:nvPicPr>
          <p:cNvPr id="30" name="Picture 29">
            <a:extLst>
              <a:ext uri="{FF2B5EF4-FFF2-40B4-BE49-F238E27FC236}">
                <a16:creationId xmlns:a16="http://schemas.microsoft.com/office/drawing/2014/main" id="{D2F64817-0EB2-E5E8-47C4-F7473A4533F6}"/>
              </a:ext>
            </a:extLst>
          </p:cNvPr>
          <p:cNvPicPr>
            <a:picLocks noChangeAspect="1"/>
          </p:cNvPicPr>
          <p:nvPr/>
        </p:nvPicPr>
        <p:blipFill>
          <a:blip r:embed="rId8"/>
          <a:srcRect l="3870"/>
          <a:stretch>
            <a:fillRect/>
          </a:stretch>
        </p:blipFill>
        <p:spPr>
          <a:xfrm>
            <a:off x="13320933" y="18369187"/>
            <a:ext cx="5250755" cy="4642821"/>
          </a:xfrm>
          <a:prstGeom prst="rect">
            <a:avLst/>
          </a:prstGeom>
        </p:spPr>
      </p:pic>
      <p:sp>
        <p:nvSpPr>
          <p:cNvPr id="45" name="Rectangle: Rounded Corners 44">
            <a:extLst>
              <a:ext uri="{FF2B5EF4-FFF2-40B4-BE49-F238E27FC236}">
                <a16:creationId xmlns:a16="http://schemas.microsoft.com/office/drawing/2014/main" id="{4763A920-50C0-2CA3-7F95-83106B143CB1}"/>
              </a:ext>
            </a:extLst>
          </p:cNvPr>
          <p:cNvSpPr/>
          <p:nvPr/>
        </p:nvSpPr>
        <p:spPr>
          <a:xfrm>
            <a:off x="10980981" y="23936248"/>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Discussion &amp; Future Work:</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dirty="0" err="1">
                <a:latin typeface="Calibri" panose="020F0502020204030204" pitchFamily="34" charset="0"/>
                <a:ea typeface="Calibri" panose="020F0502020204030204" pitchFamily="34" charset="0"/>
                <a:cs typeface="Calibri" panose="020F0502020204030204" pitchFamily="34" charset="0"/>
              </a:rPr>
              <a:t>aaaa</a:t>
            </a:r>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7" name="Rectangle: Rounded Corners 46">
            <a:extLst>
              <a:ext uri="{FF2B5EF4-FFF2-40B4-BE49-F238E27FC236}">
                <a16:creationId xmlns:a16="http://schemas.microsoft.com/office/drawing/2014/main" id="{BEB09868-B3B9-7F72-E19F-60716C2E67D6}"/>
              </a:ext>
            </a:extLst>
          </p:cNvPr>
          <p:cNvSpPr/>
          <p:nvPr/>
        </p:nvSpPr>
        <p:spPr>
          <a:xfrm>
            <a:off x="10965285" y="11466018"/>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Results:</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dirty="0" err="1">
                <a:latin typeface="Calibri" panose="020F0502020204030204" pitchFamily="34" charset="0"/>
                <a:ea typeface="Calibri" panose="020F0502020204030204" pitchFamily="34" charset="0"/>
                <a:cs typeface="Calibri" panose="020F0502020204030204" pitchFamily="34" charset="0"/>
              </a:rPr>
              <a:t>aaaaa</a:t>
            </a:r>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938658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649</TotalTime>
  <Words>406</Words>
  <Application>Microsoft Office PowerPoint</Application>
  <PresentationFormat>Custom</PresentationFormat>
  <Paragraphs>14</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Calibri</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Gardner, Harry</dc:creator>
  <cp:lastModifiedBy>Gardner, Harry</cp:lastModifiedBy>
  <cp:revision>14</cp:revision>
  <dcterms:created xsi:type="dcterms:W3CDTF">2026-03-24T21:26:23Z</dcterms:created>
  <dcterms:modified xsi:type="dcterms:W3CDTF">2026-03-29T23:08:10Z</dcterms:modified>
</cp:coreProperties>
</file>
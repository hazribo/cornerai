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7" r:id="rId1"/>
  </p:sldMasterIdLst>
  <p:sldIdLst>
    <p:sldId id="256" r:id="rId2"/>
  </p:sldIdLst>
  <p:sldSz cx="21383625" cy="3027521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5" userDrawn="1">
          <p15:clr>
            <a:srgbClr val="A4A3A4"/>
          </p15:clr>
        </p15:guide>
        <p15:guide id="2" pos="67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068" autoAdjust="0"/>
  </p:normalViewPr>
  <p:slideViewPr>
    <p:cSldViewPr snapToGrid="0">
      <p:cViewPr>
        <p:scale>
          <a:sx n="30" d="100"/>
          <a:sy n="30" d="100"/>
        </p:scale>
        <p:origin x="2784" y="-366"/>
      </p:cViewPr>
      <p:guideLst>
        <p:guide orient="horz" pos="9535"/>
        <p:guide pos="67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CCEEA-9B70-67C1-CB60-12AA261B7203}"/>
              </a:ext>
            </a:extLst>
          </p:cNvPr>
          <p:cNvSpPr>
            <a:spLocks noGrp="1"/>
          </p:cNvSpPr>
          <p:nvPr>
            <p:ph type="ctrTitle"/>
          </p:nvPr>
        </p:nvSpPr>
        <p:spPr>
          <a:xfrm>
            <a:off x="2672953" y="4954765"/>
            <a:ext cx="16037719" cy="10540259"/>
          </a:xfrm>
        </p:spPr>
        <p:txBody>
          <a:bodyPr anchor="b"/>
          <a:lstStyle>
            <a:lvl1pPr algn="ctr">
              <a:defRPr sz="10523"/>
            </a:lvl1pPr>
          </a:lstStyle>
          <a:p>
            <a:r>
              <a:rPr lang="en-US"/>
              <a:t>Click to edit Master title style</a:t>
            </a:r>
            <a:endParaRPr lang="en-GB"/>
          </a:p>
        </p:txBody>
      </p:sp>
      <p:sp>
        <p:nvSpPr>
          <p:cNvPr id="3" name="Subtitle 2">
            <a:extLst>
              <a:ext uri="{FF2B5EF4-FFF2-40B4-BE49-F238E27FC236}">
                <a16:creationId xmlns:a16="http://schemas.microsoft.com/office/drawing/2014/main" id="{5A2424E3-BF94-D9A0-EF88-3D66C3FA3E76}"/>
              </a:ext>
            </a:extLst>
          </p:cNvPr>
          <p:cNvSpPr>
            <a:spLocks noGrp="1"/>
          </p:cNvSpPr>
          <p:nvPr>
            <p:ph type="subTitle" idx="1"/>
          </p:nvPr>
        </p:nvSpPr>
        <p:spPr>
          <a:xfrm>
            <a:off x="2672953" y="15901497"/>
            <a:ext cx="16037719" cy="7309499"/>
          </a:xfrm>
        </p:spPr>
        <p:txBody>
          <a:bodyPr/>
          <a:lstStyle>
            <a:lvl1pPr marL="0" indent="0" algn="ctr">
              <a:buNone/>
              <a:defRPr sz="4209"/>
            </a:lvl1pPr>
            <a:lvl2pPr marL="801883" indent="0" algn="ctr">
              <a:buNone/>
              <a:defRPr sz="3508"/>
            </a:lvl2pPr>
            <a:lvl3pPr marL="1603766" indent="0" algn="ctr">
              <a:buNone/>
              <a:defRPr sz="3157"/>
            </a:lvl3pPr>
            <a:lvl4pPr marL="2405649" indent="0" algn="ctr">
              <a:buNone/>
              <a:defRPr sz="2806"/>
            </a:lvl4pPr>
            <a:lvl5pPr marL="3207532" indent="0" algn="ctr">
              <a:buNone/>
              <a:defRPr sz="2806"/>
            </a:lvl5pPr>
            <a:lvl6pPr marL="4009415" indent="0" algn="ctr">
              <a:buNone/>
              <a:defRPr sz="2806"/>
            </a:lvl6pPr>
            <a:lvl7pPr marL="4811298" indent="0" algn="ctr">
              <a:buNone/>
              <a:defRPr sz="2806"/>
            </a:lvl7pPr>
            <a:lvl8pPr marL="5613182" indent="0" algn="ctr">
              <a:buNone/>
              <a:defRPr sz="2806"/>
            </a:lvl8pPr>
            <a:lvl9pPr marL="6415065" indent="0" algn="ctr">
              <a:buNone/>
              <a:defRPr sz="2806"/>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FB5DFF4-F4B2-9E2F-9DDF-E7FCCC4454BD}"/>
              </a:ext>
            </a:extLst>
          </p:cNvPr>
          <p:cNvSpPr>
            <a:spLocks noGrp="1"/>
          </p:cNvSpPr>
          <p:nvPr>
            <p:ph type="dt" sz="half" idx="10"/>
          </p:nvPr>
        </p:nvSpPr>
        <p:spPr/>
        <p:txBody>
          <a:bodyPr/>
          <a:lstStyle/>
          <a:p>
            <a:fld id="{9BA507A8-AB1E-4362-AD52-AB8FDE0591EF}" type="datetimeFigureOut">
              <a:rPr lang="en-GB" smtClean="0"/>
              <a:t>24/03/2026</a:t>
            </a:fld>
            <a:endParaRPr lang="en-GB"/>
          </a:p>
        </p:txBody>
      </p:sp>
      <p:sp>
        <p:nvSpPr>
          <p:cNvPr id="5" name="Footer Placeholder 4">
            <a:extLst>
              <a:ext uri="{FF2B5EF4-FFF2-40B4-BE49-F238E27FC236}">
                <a16:creationId xmlns:a16="http://schemas.microsoft.com/office/drawing/2014/main" id="{51BA90D3-9F10-3119-429D-3FE956BCA6E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3B3236-179F-7670-984F-191B312A6678}"/>
              </a:ext>
            </a:extLst>
          </p:cNvPr>
          <p:cNvSpPr>
            <a:spLocks noGrp="1"/>
          </p:cNvSpPr>
          <p:nvPr>
            <p:ph type="sldNum" sz="quarter" idx="12"/>
          </p:nvPr>
        </p:nvSpPr>
        <p:spPr/>
        <p:txBody>
          <a:bodyPr/>
          <a:lstStyle/>
          <a:p>
            <a:fld id="{B7C1F992-79A7-4CC2-A6FC-0436C7F8D8E7}" type="slidenum">
              <a:rPr lang="en-GB" smtClean="0"/>
              <a:t>‹#›</a:t>
            </a:fld>
            <a:endParaRPr lang="en-GB"/>
          </a:p>
        </p:txBody>
      </p:sp>
    </p:spTree>
    <p:extLst>
      <p:ext uri="{BB962C8B-B14F-4D97-AF65-F5344CB8AC3E}">
        <p14:creationId xmlns:p14="http://schemas.microsoft.com/office/powerpoint/2010/main" val="636440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C0CF9-38AB-F942-97CB-C7811D03080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11EDEB0-B999-E818-6D2D-E6EB36BA3B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ECF2030-ACBE-D773-6E45-63EC91C2B561}"/>
              </a:ext>
            </a:extLst>
          </p:cNvPr>
          <p:cNvSpPr>
            <a:spLocks noGrp="1"/>
          </p:cNvSpPr>
          <p:nvPr>
            <p:ph type="dt" sz="half" idx="10"/>
          </p:nvPr>
        </p:nvSpPr>
        <p:spPr/>
        <p:txBody>
          <a:bodyPr/>
          <a:lstStyle/>
          <a:p>
            <a:fld id="{9BA507A8-AB1E-4362-AD52-AB8FDE0591EF}" type="datetimeFigureOut">
              <a:rPr lang="en-GB" smtClean="0"/>
              <a:t>24/03/2026</a:t>
            </a:fld>
            <a:endParaRPr lang="en-GB"/>
          </a:p>
        </p:txBody>
      </p:sp>
      <p:sp>
        <p:nvSpPr>
          <p:cNvPr id="5" name="Footer Placeholder 4">
            <a:extLst>
              <a:ext uri="{FF2B5EF4-FFF2-40B4-BE49-F238E27FC236}">
                <a16:creationId xmlns:a16="http://schemas.microsoft.com/office/drawing/2014/main" id="{E93106C5-E24B-D771-8570-60EE632A72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F7496C-E2EC-CC59-182B-B41A94C6C46A}"/>
              </a:ext>
            </a:extLst>
          </p:cNvPr>
          <p:cNvSpPr>
            <a:spLocks noGrp="1"/>
          </p:cNvSpPr>
          <p:nvPr>
            <p:ph type="sldNum" sz="quarter" idx="12"/>
          </p:nvPr>
        </p:nvSpPr>
        <p:spPr/>
        <p:txBody>
          <a:bodyPr/>
          <a:lstStyle/>
          <a:p>
            <a:fld id="{B7C1F992-79A7-4CC2-A6FC-0436C7F8D8E7}" type="slidenum">
              <a:rPr lang="en-GB" smtClean="0"/>
              <a:t>‹#›</a:t>
            </a:fld>
            <a:endParaRPr lang="en-GB"/>
          </a:p>
        </p:txBody>
      </p:sp>
    </p:spTree>
    <p:extLst>
      <p:ext uri="{BB962C8B-B14F-4D97-AF65-F5344CB8AC3E}">
        <p14:creationId xmlns:p14="http://schemas.microsoft.com/office/powerpoint/2010/main" val="572287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5902F-F021-6E91-B680-8EBC83BE0EB5}"/>
              </a:ext>
            </a:extLst>
          </p:cNvPr>
          <p:cNvSpPr>
            <a:spLocks noGrp="1"/>
          </p:cNvSpPr>
          <p:nvPr>
            <p:ph type="title"/>
          </p:nvPr>
        </p:nvSpPr>
        <p:spPr>
          <a:xfrm>
            <a:off x="1458987" y="7547783"/>
            <a:ext cx="18443377" cy="12593645"/>
          </a:xfrm>
        </p:spPr>
        <p:txBody>
          <a:bodyPr anchor="b"/>
          <a:lstStyle>
            <a:lvl1pPr>
              <a:defRPr sz="10523"/>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554AD15-F00E-CADC-0CE3-FDB477E47F2B}"/>
              </a:ext>
            </a:extLst>
          </p:cNvPr>
          <p:cNvSpPr>
            <a:spLocks noGrp="1"/>
          </p:cNvSpPr>
          <p:nvPr>
            <p:ph type="body" idx="1"/>
          </p:nvPr>
        </p:nvSpPr>
        <p:spPr>
          <a:xfrm>
            <a:off x="1458987" y="20260569"/>
            <a:ext cx="18443377" cy="6622701"/>
          </a:xfrm>
        </p:spPr>
        <p:txBody>
          <a:bodyPr/>
          <a:lstStyle>
            <a:lvl1pPr marL="0" indent="0">
              <a:buNone/>
              <a:defRPr sz="4209">
                <a:solidFill>
                  <a:schemeClr val="tx1">
                    <a:tint val="82000"/>
                  </a:schemeClr>
                </a:solidFill>
              </a:defRPr>
            </a:lvl1pPr>
            <a:lvl2pPr marL="801883" indent="0">
              <a:buNone/>
              <a:defRPr sz="3508">
                <a:solidFill>
                  <a:schemeClr val="tx1">
                    <a:tint val="82000"/>
                  </a:schemeClr>
                </a:solidFill>
              </a:defRPr>
            </a:lvl2pPr>
            <a:lvl3pPr marL="1603766" indent="0">
              <a:buNone/>
              <a:defRPr sz="3157">
                <a:solidFill>
                  <a:schemeClr val="tx1">
                    <a:tint val="82000"/>
                  </a:schemeClr>
                </a:solidFill>
              </a:defRPr>
            </a:lvl3pPr>
            <a:lvl4pPr marL="2405649" indent="0">
              <a:buNone/>
              <a:defRPr sz="2806">
                <a:solidFill>
                  <a:schemeClr val="tx1">
                    <a:tint val="82000"/>
                  </a:schemeClr>
                </a:solidFill>
              </a:defRPr>
            </a:lvl4pPr>
            <a:lvl5pPr marL="3207532" indent="0">
              <a:buNone/>
              <a:defRPr sz="2806">
                <a:solidFill>
                  <a:schemeClr val="tx1">
                    <a:tint val="82000"/>
                  </a:schemeClr>
                </a:solidFill>
              </a:defRPr>
            </a:lvl5pPr>
            <a:lvl6pPr marL="4009415" indent="0">
              <a:buNone/>
              <a:defRPr sz="2806">
                <a:solidFill>
                  <a:schemeClr val="tx1">
                    <a:tint val="82000"/>
                  </a:schemeClr>
                </a:solidFill>
              </a:defRPr>
            </a:lvl6pPr>
            <a:lvl7pPr marL="4811298" indent="0">
              <a:buNone/>
              <a:defRPr sz="2806">
                <a:solidFill>
                  <a:schemeClr val="tx1">
                    <a:tint val="82000"/>
                  </a:schemeClr>
                </a:solidFill>
              </a:defRPr>
            </a:lvl7pPr>
            <a:lvl8pPr marL="5613182" indent="0">
              <a:buNone/>
              <a:defRPr sz="2806">
                <a:solidFill>
                  <a:schemeClr val="tx1">
                    <a:tint val="82000"/>
                  </a:schemeClr>
                </a:solidFill>
              </a:defRPr>
            </a:lvl8pPr>
            <a:lvl9pPr marL="6415065" indent="0">
              <a:buNone/>
              <a:defRPr sz="2806">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C4251F-C079-81CB-999D-40F2C4804BEE}"/>
              </a:ext>
            </a:extLst>
          </p:cNvPr>
          <p:cNvSpPr>
            <a:spLocks noGrp="1"/>
          </p:cNvSpPr>
          <p:nvPr>
            <p:ph type="dt" sz="half" idx="10"/>
          </p:nvPr>
        </p:nvSpPr>
        <p:spPr/>
        <p:txBody>
          <a:bodyPr/>
          <a:lstStyle/>
          <a:p>
            <a:fld id="{9BA507A8-AB1E-4362-AD52-AB8FDE0591EF}" type="datetimeFigureOut">
              <a:rPr lang="en-GB" smtClean="0"/>
              <a:t>24/03/2026</a:t>
            </a:fld>
            <a:endParaRPr lang="en-GB"/>
          </a:p>
        </p:txBody>
      </p:sp>
      <p:sp>
        <p:nvSpPr>
          <p:cNvPr id="5" name="Footer Placeholder 4">
            <a:extLst>
              <a:ext uri="{FF2B5EF4-FFF2-40B4-BE49-F238E27FC236}">
                <a16:creationId xmlns:a16="http://schemas.microsoft.com/office/drawing/2014/main" id="{EF13C8CB-6712-998A-FA8A-6873E45876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0BC0ED2-8C89-E862-F632-167E061CDE17}"/>
              </a:ext>
            </a:extLst>
          </p:cNvPr>
          <p:cNvSpPr>
            <a:spLocks noGrp="1"/>
          </p:cNvSpPr>
          <p:nvPr>
            <p:ph type="sldNum" sz="quarter" idx="12"/>
          </p:nvPr>
        </p:nvSpPr>
        <p:spPr/>
        <p:txBody>
          <a:bodyPr/>
          <a:lstStyle/>
          <a:p>
            <a:fld id="{B7C1F992-79A7-4CC2-A6FC-0436C7F8D8E7}" type="slidenum">
              <a:rPr lang="en-GB" smtClean="0"/>
              <a:t>‹#›</a:t>
            </a:fld>
            <a:endParaRPr lang="en-GB"/>
          </a:p>
        </p:txBody>
      </p:sp>
    </p:spTree>
    <p:extLst>
      <p:ext uri="{BB962C8B-B14F-4D97-AF65-F5344CB8AC3E}">
        <p14:creationId xmlns:p14="http://schemas.microsoft.com/office/powerpoint/2010/main" val="268250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4C796-7107-BC28-4686-0419DDB3401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8B9B1EF-44F0-1938-C074-B499B14924E3}"/>
              </a:ext>
            </a:extLst>
          </p:cNvPr>
          <p:cNvSpPr>
            <a:spLocks noGrp="1"/>
          </p:cNvSpPr>
          <p:nvPr>
            <p:ph sz="half" idx="1"/>
          </p:nvPr>
        </p:nvSpPr>
        <p:spPr>
          <a:xfrm>
            <a:off x="1470124" y="8059374"/>
            <a:ext cx="9088041"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50BEDF8-8015-E361-8E8D-7CC6AE50842E}"/>
              </a:ext>
            </a:extLst>
          </p:cNvPr>
          <p:cNvSpPr>
            <a:spLocks noGrp="1"/>
          </p:cNvSpPr>
          <p:nvPr>
            <p:ph sz="half" idx="2"/>
          </p:nvPr>
        </p:nvSpPr>
        <p:spPr>
          <a:xfrm>
            <a:off x="10825460" y="8059374"/>
            <a:ext cx="9088041"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43203AC-F086-BDE5-C070-F643660D56DB}"/>
              </a:ext>
            </a:extLst>
          </p:cNvPr>
          <p:cNvSpPr>
            <a:spLocks noGrp="1"/>
          </p:cNvSpPr>
          <p:nvPr>
            <p:ph type="dt" sz="half" idx="10"/>
          </p:nvPr>
        </p:nvSpPr>
        <p:spPr/>
        <p:txBody>
          <a:bodyPr/>
          <a:lstStyle/>
          <a:p>
            <a:fld id="{9BA507A8-AB1E-4362-AD52-AB8FDE0591EF}" type="datetimeFigureOut">
              <a:rPr lang="en-GB" smtClean="0"/>
              <a:t>24/03/2026</a:t>
            </a:fld>
            <a:endParaRPr lang="en-GB"/>
          </a:p>
        </p:txBody>
      </p:sp>
      <p:sp>
        <p:nvSpPr>
          <p:cNvPr id="6" name="Footer Placeholder 5">
            <a:extLst>
              <a:ext uri="{FF2B5EF4-FFF2-40B4-BE49-F238E27FC236}">
                <a16:creationId xmlns:a16="http://schemas.microsoft.com/office/drawing/2014/main" id="{A57B9F6D-40CB-329B-D5B3-EA6DC3EEA2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6402B21-132C-B227-F585-FB8B4EA9BB68}"/>
              </a:ext>
            </a:extLst>
          </p:cNvPr>
          <p:cNvSpPr>
            <a:spLocks noGrp="1"/>
          </p:cNvSpPr>
          <p:nvPr>
            <p:ph type="sldNum" sz="quarter" idx="12"/>
          </p:nvPr>
        </p:nvSpPr>
        <p:spPr/>
        <p:txBody>
          <a:bodyPr/>
          <a:lstStyle/>
          <a:p>
            <a:fld id="{B7C1F992-79A7-4CC2-A6FC-0436C7F8D8E7}" type="slidenum">
              <a:rPr lang="en-GB" smtClean="0"/>
              <a:t>‹#›</a:t>
            </a:fld>
            <a:endParaRPr lang="en-GB"/>
          </a:p>
        </p:txBody>
      </p:sp>
    </p:spTree>
    <p:extLst>
      <p:ext uri="{BB962C8B-B14F-4D97-AF65-F5344CB8AC3E}">
        <p14:creationId xmlns:p14="http://schemas.microsoft.com/office/powerpoint/2010/main" val="3298345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CA925-0FEA-03CB-2337-760E29C25313}"/>
              </a:ext>
            </a:extLst>
          </p:cNvPr>
          <p:cNvSpPr>
            <a:spLocks noGrp="1"/>
          </p:cNvSpPr>
          <p:nvPr>
            <p:ph type="title"/>
          </p:nvPr>
        </p:nvSpPr>
        <p:spPr>
          <a:xfrm>
            <a:off x="1472909" y="1611877"/>
            <a:ext cx="18443377" cy="5851808"/>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D13FCC2-14CA-F0E1-176D-1A87BFDC55F7}"/>
              </a:ext>
            </a:extLst>
          </p:cNvPr>
          <p:cNvSpPr>
            <a:spLocks noGrp="1"/>
          </p:cNvSpPr>
          <p:nvPr>
            <p:ph type="body" idx="1"/>
          </p:nvPr>
        </p:nvSpPr>
        <p:spPr>
          <a:xfrm>
            <a:off x="1472910" y="7421634"/>
            <a:ext cx="9046275" cy="3637228"/>
          </a:xfrm>
        </p:spPr>
        <p:txBody>
          <a:bodyPr anchor="b"/>
          <a:lstStyle>
            <a:lvl1pPr marL="0" indent="0">
              <a:buNone/>
              <a:defRPr sz="4209" b="1"/>
            </a:lvl1pPr>
            <a:lvl2pPr marL="801883" indent="0">
              <a:buNone/>
              <a:defRPr sz="3508" b="1"/>
            </a:lvl2pPr>
            <a:lvl3pPr marL="1603766" indent="0">
              <a:buNone/>
              <a:defRPr sz="3157" b="1"/>
            </a:lvl3pPr>
            <a:lvl4pPr marL="2405649" indent="0">
              <a:buNone/>
              <a:defRPr sz="2806" b="1"/>
            </a:lvl4pPr>
            <a:lvl5pPr marL="3207532" indent="0">
              <a:buNone/>
              <a:defRPr sz="2806" b="1"/>
            </a:lvl5pPr>
            <a:lvl6pPr marL="4009415" indent="0">
              <a:buNone/>
              <a:defRPr sz="2806" b="1"/>
            </a:lvl6pPr>
            <a:lvl7pPr marL="4811298" indent="0">
              <a:buNone/>
              <a:defRPr sz="2806" b="1"/>
            </a:lvl7pPr>
            <a:lvl8pPr marL="5613182" indent="0">
              <a:buNone/>
              <a:defRPr sz="2806" b="1"/>
            </a:lvl8pPr>
            <a:lvl9pPr marL="6415065" indent="0">
              <a:buNone/>
              <a:defRPr sz="2806" b="1"/>
            </a:lvl9pPr>
          </a:lstStyle>
          <a:p>
            <a:pPr lvl="0"/>
            <a:r>
              <a:rPr lang="en-US"/>
              <a:t>Click to edit Master text styles</a:t>
            </a:r>
          </a:p>
        </p:txBody>
      </p:sp>
      <p:sp>
        <p:nvSpPr>
          <p:cNvPr id="4" name="Content Placeholder 3">
            <a:extLst>
              <a:ext uri="{FF2B5EF4-FFF2-40B4-BE49-F238E27FC236}">
                <a16:creationId xmlns:a16="http://schemas.microsoft.com/office/drawing/2014/main" id="{9316D2AB-9F11-66E3-E841-F228873E8878}"/>
              </a:ext>
            </a:extLst>
          </p:cNvPr>
          <p:cNvSpPr>
            <a:spLocks noGrp="1"/>
          </p:cNvSpPr>
          <p:nvPr>
            <p:ph sz="half" idx="2"/>
          </p:nvPr>
        </p:nvSpPr>
        <p:spPr>
          <a:xfrm>
            <a:off x="1472910" y="11058863"/>
            <a:ext cx="9046275"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459D749-E31F-271B-38BA-545D2568B847}"/>
              </a:ext>
            </a:extLst>
          </p:cNvPr>
          <p:cNvSpPr>
            <a:spLocks noGrp="1"/>
          </p:cNvSpPr>
          <p:nvPr>
            <p:ph type="body" sz="quarter" idx="3"/>
          </p:nvPr>
        </p:nvSpPr>
        <p:spPr>
          <a:xfrm>
            <a:off x="10825460" y="7421634"/>
            <a:ext cx="9090826" cy="3637228"/>
          </a:xfrm>
        </p:spPr>
        <p:txBody>
          <a:bodyPr anchor="b"/>
          <a:lstStyle>
            <a:lvl1pPr marL="0" indent="0">
              <a:buNone/>
              <a:defRPr sz="4209" b="1"/>
            </a:lvl1pPr>
            <a:lvl2pPr marL="801883" indent="0">
              <a:buNone/>
              <a:defRPr sz="3508" b="1"/>
            </a:lvl2pPr>
            <a:lvl3pPr marL="1603766" indent="0">
              <a:buNone/>
              <a:defRPr sz="3157" b="1"/>
            </a:lvl3pPr>
            <a:lvl4pPr marL="2405649" indent="0">
              <a:buNone/>
              <a:defRPr sz="2806" b="1"/>
            </a:lvl4pPr>
            <a:lvl5pPr marL="3207532" indent="0">
              <a:buNone/>
              <a:defRPr sz="2806" b="1"/>
            </a:lvl5pPr>
            <a:lvl6pPr marL="4009415" indent="0">
              <a:buNone/>
              <a:defRPr sz="2806" b="1"/>
            </a:lvl6pPr>
            <a:lvl7pPr marL="4811298" indent="0">
              <a:buNone/>
              <a:defRPr sz="2806" b="1"/>
            </a:lvl7pPr>
            <a:lvl8pPr marL="5613182" indent="0">
              <a:buNone/>
              <a:defRPr sz="2806" b="1"/>
            </a:lvl8pPr>
            <a:lvl9pPr marL="6415065" indent="0">
              <a:buNone/>
              <a:defRPr sz="2806" b="1"/>
            </a:lvl9pPr>
          </a:lstStyle>
          <a:p>
            <a:pPr lvl="0"/>
            <a:r>
              <a:rPr lang="en-US"/>
              <a:t>Click to edit Master text styles</a:t>
            </a:r>
          </a:p>
        </p:txBody>
      </p:sp>
      <p:sp>
        <p:nvSpPr>
          <p:cNvPr id="6" name="Content Placeholder 5">
            <a:extLst>
              <a:ext uri="{FF2B5EF4-FFF2-40B4-BE49-F238E27FC236}">
                <a16:creationId xmlns:a16="http://schemas.microsoft.com/office/drawing/2014/main" id="{4BABC1A5-80B9-CEDB-578F-8D473C99C1F1}"/>
              </a:ext>
            </a:extLst>
          </p:cNvPr>
          <p:cNvSpPr>
            <a:spLocks noGrp="1"/>
          </p:cNvSpPr>
          <p:nvPr>
            <p:ph sz="quarter" idx="4"/>
          </p:nvPr>
        </p:nvSpPr>
        <p:spPr>
          <a:xfrm>
            <a:off x="10825460" y="11058863"/>
            <a:ext cx="9090826"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01211F4-84D7-B0D0-7841-B882C1AD677B}"/>
              </a:ext>
            </a:extLst>
          </p:cNvPr>
          <p:cNvSpPr>
            <a:spLocks noGrp="1"/>
          </p:cNvSpPr>
          <p:nvPr>
            <p:ph type="dt" sz="half" idx="10"/>
          </p:nvPr>
        </p:nvSpPr>
        <p:spPr/>
        <p:txBody>
          <a:bodyPr/>
          <a:lstStyle/>
          <a:p>
            <a:fld id="{9BA507A8-AB1E-4362-AD52-AB8FDE0591EF}" type="datetimeFigureOut">
              <a:rPr lang="en-GB" smtClean="0"/>
              <a:t>24/03/2026</a:t>
            </a:fld>
            <a:endParaRPr lang="en-GB"/>
          </a:p>
        </p:txBody>
      </p:sp>
      <p:sp>
        <p:nvSpPr>
          <p:cNvPr id="8" name="Footer Placeholder 7">
            <a:extLst>
              <a:ext uri="{FF2B5EF4-FFF2-40B4-BE49-F238E27FC236}">
                <a16:creationId xmlns:a16="http://schemas.microsoft.com/office/drawing/2014/main" id="{D7F19878-3DEB-3B71-250A-242BC0F0C7C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CBC5C3-A80E-CA2C-EF9A-8FE9CDA1534F}"/>
              </a:ext>
            </a:extLst>
          </p:cNvPr>
          <p:cNvSpPr>
            <a:spLocks noGrp="1"/>
          </p:cNvSpPr>
          <p:nvPr>
            <p:ph type="sldNum" sz="quarter" idx="12"/>
          </p:nvPr>
        </p:nvSpPr>
        <p:spPr/>
        <p:txBody>
          <a:bodyPr/>
          <a:lstStyle/>
          <a:p>
            <a:fld id="{B7C1F992-79A7-4CC2-A6FC-0436C7F8D8E7}" type="slidenum">
              <a:rPr lang="en-GB" smtClean="0"/>
              <a:t>‹#›</a:t>
            </a:fld>
            <a:endParaRPr lang="en-GB"/>
          </a:p>
        </p:txBody>
      </p:sp>
    </p:spTree>
    <p:extLst>
      <p:ext uri="{BB962C8B-B14F-4D97-AF65-F5344CB8AC3E}">
        <p14:creationId xmlns:p14="http://schemas.microsoft.com/office/powerpoint/2010/main" val="976503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17A62-3D0E-928E-135A-7B56C5D3EEC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D1CEA2F-2BA0-7496-FE88-81BDBF179F48}"/>
              </a:ext>
            </a:extLst>
          </p:cNvPr>
          <p:cNvSpPr>
            <a:spLocks noGrp="1"/>
          </p:cNvSpPr>
          <p:nvPr>
            <p:ph type="dt" sz="half" idx="10"/>
          </p:nvPr>
        </p:nvSpPr>
        <p:spPr/>
        <p:txBody>
          <a:bodyPr/>
          <a:lstStyle/>
          <a:p>
            <a:fld id="{9BA507A8-AB1E-4362-AD52-AB8FDE0591EF}" type="datetimeFigureOut">
              <a:rPr lang="en-GB" smtClean="0"/>
              <a:t>24/03/2026</a:t>
            </a:fld>
            <a:endParaRPr lang="en-GB"/>
          </a:p>
        </p:txBody>
      </p:sp>
      <p:sp>
        <p:nvSpPr>
          <p:cNvPr id="4" name="Footer Placeholder 3">
            <a:extLst>
              <a:ext uri="{FF2B5EF4-FFF2-40B4-BE49-F238E27FC236}">
                <a16:creationId xmlns:a16="http://schemas.microsoft.com/office/drawing/2014/main" id="{8B4DA1BC-F205-0089-7468-3547971B61F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D2E7155-A605-52A7-C6C3-9F75DBB427DB}"/>
              </a:ext>
            </a:extLst>
          </p:cNvPr>
          <p:cNvSpPr>
            <a:spLocks noGrp="1"/>
          </p:cNvSpPr>
          <p:nvPr>
            <p:ph type="sldNum" sz="quarter" idx="12"/>
          </p:nvPr>
        </p:nvSpPr>
        <p:spPr/>
        <p:txBody>
          <a:bodyPr/>
          <a:lstStyle/>
          <a:p>
            <a:fld id="{B7C1F992-79A7-4CC2-A6FC-0436C7F8D8E7}" type="slidenum">
              <a:rPr lang="en-GB" smtClean="0"/>
              <a:t>‹#›</a:t>
            </a:fld>
            <a:endParaRPr lang="en-GB"/>
          </a:p>
        </p:txBody>
      </p:sp>
    </p:spTree>
    <p:extLst>
      <p:ext uri="{BB962C8B-B14F-4D97-AF65-F5344CB8AC3E}">
        <p14:creationId xmlns:p14="http://schemas.microsoft.com/office/powerpoint/2010/main" val="4212845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EC689A-BAD4-5E15-AFED-B6B9B3D6ECC3}"/>
              </a:ext>
            </a:extLst>
          </p:cNvPr>
          <p:cNvSpPr>
            <a:spLocks noGrp="1"/>
          </p:cNvSpPr>
          <p:nvPr>
            <p:ph type="dt" sz="half" idx="10"/>
          </p:nvPr>
        </p:nvSpPr>
        <p:spPr/>
        <p:txBody>
          <a:bodyPr/>
          <a:lstStyle/>
          <a:p>
            <a:fld id="{9BA507A8-AB1E-4362-AD52-AB8FDE0591EF}" type="datetimeFigureOut">
              <a:rPr lang="en-GB" smtClean="0"/>
              <a:t>24/03/2026</a:t>
            </a:fld>
            <a:endParaRPr lang="en-GB"/>
          </a:p>
        </p:txBody>
      </p:sp>
      <p:sp>
        <p:nvSpPr>
          <p:cNvPr id="3" name="Footer Placeholder 2">
            <a:extLst>
              <a:ext uri="{FF2B5EF4-FFF2-40B4-BE49-F238E27FC236}">
                <a16:creationId xmlns:a16="http://schemas.microsoft.com/office/drawing/2014/main" id="{B35E623D-27BF-20C4-EDC2-26C41635B4A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F939EE-45F4-9C9C-8E3D-D32EE471215C}"/>
              </a:ext>
            </a:extLst>
          </p:cNvPr>
          <p:cNvSpPr>
            <a:spLocks noGrp="1"/>
          </p:cNvSpPr>
          <p:nvPr>
            <p:ph type="sldNum" sz="quarter" idx="12"/>
          </p:nvPr>
        </p:nvSpPr>
        <p:spPr/>
        <p:txBody>
          <a:bodyPr/>
          <a:lstStyle/>
          <a:p>
            <a:fld id="{B7C1F992-79A7-4CC2-A6FC-0436C7F8D8E7}" type="slidenum">
              <a:rPr lang="en-GB" smtClean="0"/>
              <a:t>‹#›</a:t>
            </a:fld>
            <a:endParaRPr lang="en-GB"/>
          </a:p>
        </p:txBody>
      </p:sp>
    </p:spTree>
    <p:extLst>
      <p:ext uri="{BB962C8B-B14F-4D97-AF65-F5344CB8AC3E}">
        <p14:creationId xmlns:p14="http://schemas.microsoft.com/office/powerpoint/2010/main" val="2659712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06DC7-0FE8-C154-9394-49378161C0A9}"/>
              </a:ext>
            </a:extLst>
          </p:cNvPr>
          <p:cNvSpPr>
            <a:spLocks noGrp="1"/>
          </p:cNvSpPr>
          <p:nvPr>
            <p:ph type="title"/>
          </p:nvPr>
        </p:nvSpPr>
        <p:spPr>
          <a:xfrm>
            <a:off x="1472910" y="2018348"/>
            <a:ext cx="6896775" cy="7064216"/>
          </a:xfrm>
        </p:spPr>
        <p:txBody>
          <a:bodyPr anchor="b"/>
          <a:lstStyle>
            <a:lvl1pPr>
              <a:defRPr sz="5612"/>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8CC97E4-6E61-CBC8-5E0E-3FC9D8036D74}"/>
              </a:ext>
            </a:extLst>
          </p:cNvPr>
          <p:cNvSpPr>
            <a:spLocks noGrp="1"/>
          </p:cNvSpPr>
          <p:nvPr>
            <p:ph idx="1"/>
          </p:nvPr>
        </p:nvSpPr>
        <p:spPr>
          <a:xfrm>
            <a:off x="9090826" y="4359072"/>
            <a:ext cx="10825460" cy="21515024"/>
          </a:xfrm>
        </p:spPr>
        <p:txBody>
          <a:bodyPr/>
          <a:lstStyle>
            <a:lvl1pPr>
              <a:defRPr sz="5612"/>
            </a:lvl1pPr>
            <a:lvl2pPr>
              <a:defRPr sz="4911"/>
            </a:lvl2pPr>
            <a:lvl3pPr>
              <a:defRPr sz="4209"/>
            </a:lvl3pPr>
            <a:lvl4pPr>
              <a:defRPr sz="3508"/>
            </a:lvl4pPr>
            <a:lvl5pPr>
              <a:defRPr sz="3508"/>
            </a:lvl5pPr>
            <a:lvl6pPr>
              <a:defRPr sz="3508"/>
            </a:lvl6pPr>
            <a:lvl7pPr>
              <a:defRPr sz="3508"/>
            </a:lvl7pPr>
            <a:lvl8pPr>
              <a:defRPr sz="3508"/>
            </a:lvl8pPr>
            <a:lvl9pPr>
              <a:defRPr sz="350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5B1AF2C-C891-EDA4-D6F5-8A42490E29D7}"/>
              </a:ext>
            </a:extLst>
          </p:cNvPr>
          <p:cNvSpPr>
            <a:spLocks noGrp="1"/>
          </p:cNvSpPr>
          <p:nvPr>
            <p:ph type="body" sz="half" idx="2"/>
          </p:nvPr>
        </p:nvSpPr>
        <p:spPr>
          <a:xfrm>
            <a:off x="1472910" y="9082564"/>
            <a:ext cx="6896775" cy="16826573"/>
          </a:xfrm>
        </p:spPr>
        <p:txBody>
          <a:bodyPr/>
          <a:lstStyle>
            <a:lvl1pPr marL="0" indent="0">
              <a:buNone/>
              <a:defRPr sz="2806"/>
            </a:lvl1pPr>
            <a:lvl2pPr marL="801883" indent="0">
              <a:buNone/>
              <a:defRPr sz="2455"/>
            </a:lvl2pPr>
            <a:lvl3pPr marL="1603766" indent="0">
              <a:buNone/>
              <a:defRPr sz="2105"/>
            </a:lvl3pPr>
            <a:lvl4pPr marL="2405649" indent="0">
              <a:buNone/>
              <a:defRPr sz="1754"/>
            </a:lvl4pPr>
            <a:lvl5pPr marL="3207532" indent="0">
              <a:buNone/>
              <a:defRPr sz="1754"/>
            </a:lvl5pPr>
            <a:lvl6pPr marL="4009415" indent="0">
              <a:buNone/>
              <a:defRPr sz="1754"/>
            </a:lvl6pPr>
            <a:lvl7pPr marL="4811298" indent="0">
              <a:buNone/>
              <a:defRPr sz="1754"/>
            </a:lvl7pPr>
            <a:lvl8pPr marL="5613182" indent="0">
              <a:buNone/>
              <a:defRPr sz="1754"/>
            </a:lvl8pPr>
            <a:lvl9pPr marL="6415065" indent="0">
              <a:buNone/>
              <a:defRPr sz="1754"/>
            </a:lvl9pPr>
          </a:lstStyle>
          <a:p>
            <a:pPr lvl="0"/>
            <a:r>
              <a:rPr lang="en-US"/>
              <a:t>Click to edit Master text styles</a:t>
            </a:r>
          </a:p>
        </p:txBody>
      </p:sp>
      <p:sp>
        <p:nvSpPr>
          <p:cNvPr id="5" name="Date Placeholder 4">
            <a:extLst>
              <a:ext uri="{FF2B5EF4-FFF2-40B4-BE49-F238E27FC236}">
                <a16:creationId xmlns:a16="http://schemas.microsoft.com/office/drawing/2014/main" id="{CD5A5E48-1EF0-57B5-386C-17947019ECE2}"/>
              </a:ext>
            </a:extLst>
          </p:cNvPr>
          <p:cNvSpPr>
            <a:spLocks noGrp="1"/>
          </p:cNvSpPr>
          <p:nvPr>
            <p:ph type="dt" sz="half" idx="10"/>
          </p:nvPr>
        </p:nvSpPr>
        <p:spPr/>
        <p:txBody>
          <a:bodyPr/>
          <a:lstStyle/>
          <a:p>
            <a:fld id="{9BA507A8-AB1E-4362-AD52-AB8FDE0591EF}" type="datetimeFigureOut">
              <a:rPr lang="en-GB" smtClean="0"/>
              <a:t>24/03/2026</a:t>
            </a:fld>
            <a:endParaRPr lang="en-GB"/>
          </a:p>
        </p:txBody>
      </p:sp>
      <p:sp>
        <p:nvSpPr>
          <p:cNvPr id="6" name="Footer Placeholder 5">
            <a:extLst>
              <a:ext uri="{FF2B5EF4-FFF2-40B4-BE49-F238E27FC236}">
                <a16:creationId xmlns:a16="http://schemas.microsoft.com/office/drawing/2014/main" id="{F558F90E-33FF-C0AB-566C-5FCE3944F9B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58EAD35-80AA-F094-D51C-8A4B6DEFAAAF}"/>
              </a:ext>
            </a:extLst>
          </p:cNvPr>
          <p:cNvSpPr>
            <a:spLocks noGrp="1"/>
          </p:cNvSpPr>
          <p:nvPr>
            <p:ph type="sldNum" sz="quarter" idx="12"/>
          </p:nvPr>
        </p:nvSpPr>
        <p:spPr/>
        <p:txBody>
          <a:bodyPr/>
          <a:lstStyle/>
          <a:p>
            <a:fld id="{B7C1F992-79A7-4CC2-A6FC-0436C7F8D8E7}" type="slidenum">
              <a:rPr lang="en-GB" smtClean="0"/>
              <a:t>‹#›</a:t>
            </a:fld>
            <a:endParaRPr lang="en-GB"/>
          </a:p>
        </p:txBody>
      </p:sp>
    </p:spTree>
    <p:extLst>
      <p:ext uri="{BB962C8B-B14F-4D97-AF65-F5344CB8AC3E}">
        <p14:creationId xmlns:p14="http://schemas.microsoft.com/office/powerpoint/2010/main" val="4229634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1581A-2F51-8CB3-4E79-9FEE19CFF456}"/>
              </a:ext>
            </a:extLst>
          </p:cNvPr>
          <p:cNvSpPr>
            <a:spLocks noGrp="1"/>
          </p:cNvSpPr>
          <p:nvPr>
            <p:ph type="title"/>
          </p:nvPr>
        </p:nvSpPr>
        <p:spPr>
          <a:xfrm>
            <a:off x="1472910" y="2018348"/>
            <a:ext cx="6896775" cy="7064216"/>
          </a:xfrm>
        </p:spPr>
        <p:txBody>
          <a:bodyPr anchor="b"/>
          <a:lstStyle>
            <a:lvl1pPr>
              <a:defRPr sz="5612"/>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FF349E6-C092-79CE-A819-B9EB7A85BE09}"/>
              </a:ext>
            </a:extLst>
          </p:cNvPr>
          <p:cNvSpPr>
            <a:spLocks noGrp="1"/>
          </p:cNvSpPr>
          <p:nvPr>
            <p:ph type="pic" idx="1"/>
          </p:nvPr>
        </p:nvSpPr>
        <p:spPr>
          <a:xfrm>
            <a:off x="9090826" y="4359072"/>
            <a:ext cx="10825460" cy="21515024"/>
          </a:xfrm>
        </p:spPr>
        <p:txBody>
          <a:bodyPr/>
          <a:lstStyle>
            <a:lvl1pPr marL="0" indent="0">
              <a:buNone/>
              <a:defRPr sz="5612"/>
            </a:lvl1pPr>
            <a:lvl2pPr marL="801883" indent="0">
              <a:buNone/>
              <a:defRPr sz="4911"/>
            </a:lvl2pPr>
            <a:lvl3pPr marL="1603766" indent="0">
              <a:buNone/>
              <a:defRPr sz="4209"/>
            </a:lvl3pPr>
            <a:lvl4pPr marL="2405649" indent="0">
              <a:buNone/>
              <a:defRPr sz="3508"/>
            </a:lvl4pPr>
            <a:lvl5pPr marL="3207532" indent="0">
              <a:buNone/>
              <a:defRPr sz="3508"/>
            </a:lvl5pPr>
            <a:lvl6pPr marL="4009415" indent="0">
              <a:buNone/>
              <a:defRPr sz="3508"/>
            </a:lvl6pPr>
            <a:lvl7pPr marL="4811298" indent="0">
              <a:buNone/>
              <a:defRPr sz="3508"/>
            </a:lvl7pPr>
            <a:lvl8pPr marL="5613182" indent="0">
              <a:buNone/>
              <a:defRPr sz="3508"/>
            </a:lvl8pPr>
            <a:lvl9pPr marL="6415065" indent="0">
              <a:buNone/>
              <a:defRPr sz="3508"/>
            </a:lvl9pPr>
          </a:lstStyle>
          <a:p>
            <a:endParaRPr lang="en-GB"/>
          </a:p>
        </p:txBody>
      </p:sp>
      <p:sp>
        <p:nvSpPr>
          <p:cNvPr id="4" name="Text Placeholder 3">
            <a:extLst>
              <a:ext uri="{FF2B5EF4-FFF2-40B4-BE49-F238E27FC236}">
                <a16:creationId xmlns:a16="http://schemas.microsoft.com/office/drawing/2014/main" id="{EA5DD00C-134D-A046-3F54-57E310B55C99}"/>
              </a:ext>
            </a:extLst>
          </p:cNvPr>
          <p:cNvSpPr>
            <a:spLocks noGrp="1"/>
          </p:cNvSpPr>
          <p:nvPr>
            <p:ph type="body" sz="half" idx="2"/>
          </p:nvPr>
        </p:nvSpPr>
        <p:spPr>
          <a:xfrm>
            <a:off x="1472910" y="9082564"/>
            <a:ext cx="6896775" cy="16826573"/>
          </a:xfrm>
        </p:spPr>
        <p:txBody>
          <a:bodyPr/>
          <a:lstStyle>
            <a:lvl1pPr marL="0" indent="0">
              <a:buNone/>
              <a:defRPr sz="2806"/>
            </a:lvl1pPr>
            <a:lvl2pPr marL="801883" indent="0">
              <a:buNone/>
              <a:defRPr sz="2455"/>
            </a:lvl2pPr>
            <a:lvl3pPr marL="1603766" indent="0">
              <a:buNone/>
              <a:defRPr sz="2105"/>
            </a:lvl3pPr>
            <a:lvl4pPr marL="2405649" indent="0">
              <a:buNone/>
              <a:defRPr sz="1754"/>
            </a:lvl4pPr>
            <a:lvl5pPr marL="3207532" indent="0">
              <a:buNone/>
              <a:defRPr sz="1754"/>
            </a:lvl5pPr>
            <a:lvl6pPr marL="4009415" indent="0">
              <a:buNone/>
              <a:defRPr sz="1754"/>
            </a:lvl6pPr>
            <a:lvl7pPr marL="4811298" indent="0">
              <a:buNone/>
              <a:defRPr sz="1754"/>
            </a:lvl7pPr>
            <a:lvl8pPr marL="5613182" indent="0">
              <a:buNone/>
              <a:defRPr sz="1754"/>
            </a:lvl8pPr>
            <a:lvl9pPr marL="6415065" indent="0">
              <a:buNone/>
              <a:defRPr sz="1754"/>
            </a:lvl9pPr>
          </a:lstStyle>
          <a:p>
            <a:pPr lvl="0"/>
            <a:r>
              <a:rPr lang="en-US"/>
              <a:t>Click to edit Master text styles</a:t>
            </a:r>
          </a:p>
        </p:txBody>
      </p:sp>
      <p:sp>
        <p:nvSpPr>
          <p:cNvPr id="5" name="Date Placeholder 4">
            <a:extLst>
              <a:ext uri="{FF2B5EF4-FFF2-40B4-BE49-F238E27FC236}">
                <a16:creationId xmlns:a16="http://schemas.microsoft.com/office/drawing/2014/main" id="{E54FA8F2-5571-957E-C096-5A3BC78C503D}"/>
              </a:ext>
            </a:extLst>
          </p:cNvPr>
          <p:cNvSpPr>
            <a:spLocks noGrp="1"/>
          </p:cNvSpPr>
          <p:nvPr>
            <p:ph type="dt" sz="half" idx="10"/>
          </p:nvPr>
        </p:nvSpPr>
        <p:spPr/>
        <p:txBody>
          <a:bodyPr/>
          <a:lstStyle/>
          <a:p>
            <a:fld id="{9BA507A8-AB1E-4362-AD52-AB8FDE0591EF}" type="datetimeFigureOut">
              <a:rPr lang="en-GB" smtClean="0"/>
              <a:t>24/03/2026</a:t>
            </a:fld>
            <a:endParaRPr lang="en-GB"/>
          </a:p>
        </p:txBody>
      </p:sp>
      <p:sp>
        <p:nvSpPr>
          <p:cNvPr id="6" name="Footer Placeholder 5">
            <a:extLst>
              <a:ext uri="{FF2B5EF4-FFF2-40B4-BE49-F238E27FC236}">
                <a16:creationId xmlns:a16="http://schemas.microsoft.com/office/drawing/2014/main" id="{31AFC582-68C4-6D93-387D-CE99E979DA3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4527AA1-7A69-D253-90F4-C937E190B17D}"/>
              </a:ext>
            </a:extLst>
          </p:cNvPr>
          <p:cNvSpPr>
            <a:spLocks noGrp="1"/>
          </p:cNvSpPr>
          <p:nvPr>
            <p:ph type="sldNum" sz="quarter" idx="12"/>
          </p:nvPr>
        </p:nvSpPr>
        <p:spPr/>
        <p:txBody>
          <a:bodyPr/>
          <a:lstStyle/>
          <a:p>
            <a:fld id="{B7C1F992-79A7-4CC2-A6FC-0436C7F8D8E7}" type="slidenum">
              <a:rPr lang="en-GB" smtClean="0"/>
              <a:t>‹#›</a:t>
            </a:fld>
            <a:endParaRPr lang="en-GB"/>
          </a:p>
        </p:txBody>
      </p:sp>
    </p:spTree>
    <p:extLst>
      <p:ext uri="{BB962C8B-B14F-4D97-AF65-F5344CB8AC3E}">
        <p14:creationId xmlns:p14="http://schemas.microsoft.com/office/powerpoint/2010/main" val="904755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A5F7D-7513-46D5-5016-62E95B35252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9FF7FEE-E10E-F55B-4212-A655B0F122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664F9B-A265-D2A8-59BF-B6023AD360F6}"/>
              </a:ext>
            </a:extLst>
          </p:cNvPr>
          <p:cNvSpPr>
            <a:spLocks noGrp="1"/>
          </p:cNvSpPr>
          <p:nvPr>
            <p:ph type="dt" sz="half" idx="10"/>
          </p:nvPr>
        </p:nvSpPr>
        <p:spPr/>
        <p:txBody>
          <a:bodyPr/>
          <a:lstStyle/>
          <a:p>
            <a:fld id="{9BA507A8-AB1E-4362-AD52-AB8FDE0591EF}" type="datetimeFigureOut">
              <a:rPr lang="en-GB" smtClean="0"/>
              <a:t>24/03/2026</a:t>
            </a:fld>
            <a:endParaRPr lang="en-GB"/>
          </a:p>
        </p:txBody>
      </p:sp>
      <p:sp>
        <p:nvSpPr>
          <p:cNvPr id="5" name="Footer Placeholder 4">
            <a:extLst>
              <a:ext uri="{FF2B5EF4-FFF2-40B4-BE49-F238E27FC236}">
                <a16:creationId xmlns:a16="http://schemas.microsoft.com/office/drawing/2014/main" id="{0CB45C53-B838-A57F-6EDE-8E3CF5F493F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9FC7809-10A9-3204-4045-1D085E6DF39C}"/>
              </a:ext>
            </a:extLst>
          </p:cNvPr>
          <p:cNvSpPr>
            <a:spLocks noGrp="1"/>
          </p:cNvSpPr>
          <p:nvPr>
            <p:ph type="sldNum" sz="quarter" idx="12"/>
          </p:nvPr>
        </p:nvSpPr>
        <p:spPr/>
        <p:txBody>
          <a:bodyPr/>
          <a:lstStyle/>
          <a:p>
            <a:fld id="{B7C1F992-79A7-4CC2-A6FC-0436C7F8D8E7}" type="slidenum">
              <a:rPr lang="en-GB" smtClean="0"/>
              <a:t>‹#›</a:t>
            </a:fld>
            <a:endParaRPr lang="en-GB"/>
          </a:p>
        </p:txBody>
      </p:sp>
    </p:spTree>
    <p:extLst>
      <p:ext uri="{BB962C8B-B14F-4D97-AF65-F5344CB8AC3E}">
        <p14:creationId xmlns:p14="http://schemas.microsoft.com/office/powerpoint/2010/main" val="787947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EF5908-9AEF-BC2B-455B-B057A05E193F}"/>
              </a:ext>
            </a:extLst>
          </p:cNvPr>
          <p:cNvSpPr>
            <a:spLocks noGrp="1"/>
          </p:cNvSpPr>
          <p:nvPr>
            <p:ph type="title" orient="vert"/>
          </p:nvPr>
        </p:nvSpPr>
        <p:spPr>
          <a:xfrm>
            <a:off x="15302657" y="1611875"/>
            <a:ext cx="4610844" cy="2565684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0D0F950-D766-6405-AE70-90B2F60EE184}"/>
              </a:ext>
            </a:extLst>
          </p:cNvPr>
          <p:cNvSpPr>
            <a:spLocks noGrp="1"/>
          </p:cNvSpPr>
          <p:nvPr>
            <p:ph type="body" orient="vert" idx="1"/>
          </p:nvPr>
        </p:nvSpPr>
        <p:spPr>
          <a:xfrm>
            <a:off x="1470124" y="1611875"/>
            <a:ext cx="13565237" cy="256568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AEC6FA-A34C-317B-BC39-026416572815}"/>
              </a:ext>
            </a:extLst>
          </p:cNvPr>
          <p:cNvSpPr>
            <a:spLocks noGrp="1"/>
          </p:cNvSpPr>
          <p:nvPr>
            <p:ph type="dt" sz="half" idx="10"/>
          </p:nvPr>
        </p:nvSpPr>
        <p:spPr/>
        <p:txBody>
          <a:bodyPr/>
          <a:lstStyle/>
          <a:p>
            <a:fld id="{9BA507A8-AB1E-4362-AD52-AB8FDE0591EF}" type="datetimeFigureOut">
              <a:rPr lang="en-GB" smtClean="0"/>
              <a:t>24/03/2026</a:t>
            </a:fld>
            <a:endParaRPr lang="en-GB"/>
          </a:p>
        </p:txBody>
      </p:sp>
      <p:sp>
        <p:nvSpPr>
          <p:cNvPr id="5" name="Footer Placeholder 4">
            <a:extLst>
              <a:ext uri="{FF2B5EF4-FFF2-40B4-BE49-F238E27FC236}">
                <a16:creationId xmlns:a16="http://schemas.microsoft.com/office/drawing/2014/main" id="{6C8CEF44-AD43-EE2C-23EE-CC2AB7DDAA3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78D5481-CDD3-18C6-C796-43EA0AA2FD5A}"/>
              </a:ext>
            </a:extLst>
          </p:cNvPr>
          <p:cNvSpPr>
            <a:spLocks noGrp="1"/>
          </p:cNvSpPr>
          <p:nvPr>
            <p:ph type="sldNum" sz="quarter" idx="12"/>
          </p:nvPr>
        </p:nvSpPr>
        <p:spPr/>
        <p:txBody>
          <a:bodyPr/>
          <a:lstStyle/>
          <a:p>
            <a:fld id="{B7C1F992-79A7-4CC2-A6FC-0436C7F8D8E7}" type="slidenum">
              <a:rPr lang="en-GB" smtClean="0"/>
              <a:t>‹#›</a:t>
            </a:fld>
            <a:endParaRPr lang="en-GB"/>
          </a:p>
        </p:txBody>
      </p:sp>
    </p:spTree>
    <p:extLst>
      <p:ext uri="{BB962C8B-B14F-4D97-AF65-F5344CB8AC3E}">
        <p14:creationId xmlns:p14="http://schemas.microsoft.com/office/powerpoint/2010/main" val="1030829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995287-A1E0-F817-0161-C5323D4624AE}"/>
              </a:ext>
            </a:extLst>
          </p:cNvPr>
          <p:cNvSpPr>
            <a:spLocks noGrp="1"/>
          </p:cNvSpPr>
          <p:nvPr>
            <p:ph type="title"/>
          </p:nvPr>
        </p:nvSpPr>
        <p:spPr>
          <a:xfrm>
            <a:off x="1470124" y="1611877"/>
            <a:ext cx="18443377" cy="5851808"/>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5C4C22-266C-E1DA-75A6-72C02667B948}"/>
              </a:ext>
            </a:extLst>
          </p:cNvPr>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A99639-CDF6-7946-3993-E2EB81B2826E}"/>
              </a:ext>
            </a:extLst>
          </p:cNvPr>
          <p:cNvSpPr>
            <a:spLocks noGrp="1"/>
          </p:cNvSpPr>
          <p:nvPr>
            <p:ph type="dt" sz="half" idx="2"/>
          </p:nvPr>
        </p:nvSpPr>
        <p:spPr>
          <a:xfrm>
            <a:off x="1470124" y="28060639"/>
            <a:ext cx="4811316" cy="1611875"/>
          </a:xfrm>
          <a:prstGeom prst="rect">
            <a:avLst/>
          </a:prstGeom>
        </p:spPr>
        <p:txBody>
          <a:bodyPr vert="horz" lIns="91440" tIns="45720" rIns="91440" bIns="45720" rtlCol="0" anchor="ctr"/>
          <a:lstStyle>
            <a:lvl1pPr algn="l">
              <a:defRPr sz="2105">
                <a:solidFill>
                  <a:schemeClr val="tx1">
                    <a:tint val="82000"/>
                  </a:schemeClr>
                </a:solidFill>
              </a:defRPr>
            </a:lvl1pPr>
          </a:lstStyle>
          <a:p>
            <a:fld id="{9BA507A8-AB1E-4362-AD52-AB8FDE0591EF}" type="datetimeFigureOut">
              <a:rPr lang="en-GB" smtClean="0"/>
              <a:t>24/03/2026</a:t>
            </a:fld>
            <a:endParaRPr lang="en-GB"/>
          </a:p>
        </p:txBody>
      </p:sp>
      <p:sp>
        <p:nvSpPr>
          <p:cNvPr id="5" name="Footer Placeholder 4">
            <a:extLst>
              <a:ext uri="{FF2B5EF4-FFF2-40B4-BE49-F238E27FC236}">
                <a16:creationId xmlns:a16="http://schemas.microsoft.com/office/drawing/2014/main" id="{E3BEE713-4544-69F4-771A-B54A44D5E110}"/>
              </a:ext>
            </a:extLst>
          </p:cNvPr>
          <p:cNvSpPr>
            <a:spLocks noGrp="1"/>
          </p:cNvSpPr>
          <p:nvPr>
            <p:ph type="ftr" sz="quarter" idx="3"/>
          </p:nvPr>
        </p:nvSpPr>
        <p:spPr>
          <a:xfrm>
            <a:off x="7083326" y="28060639"/>
            <a:ext cx="7216973" cy="1611875"/>
          </a:xfrm>
          <a:prstGeom prst="rect">
            <a:avLst/>
          </a:prstGeom>
        </p:spPr>
        <p:txBody>
          <a:bodyPr vert="horz" lIns="91440" tIns="45720" rIns="91440" bIns="45720" rtlCol="0" anchor="ctr"/>
          <a:lstStyle>
            <a:lvl1pPr algn="ctr">
              <a:defRPr sz="2105">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9F6F6DF-40DA-1CC9-066F-E45398183BCC}"/>
              </a:ext>
            </a:extLst>
          </p:cNvPr>
          <p:cNvSpPr>
            <a:spLocks noGrp="1"/>
          </p:cNvSpPr>
          <p:nvPr>
            <p:ph type="sldNum" sz="quarter" idx="4"/>
          </p:nvPr>
        </p:nvSpPr>
        <p:spPr>
          <a:xfrm>
            <a:off x="15102185" y="28060639"/>
            <a:ext cx="4811316" cy="1611875"/>
          </a:xfrm>
          <a:prstGeom prst="rect">
            <a:avLst/>
          </a:prstGeom>
        </p:spPr>
        <p:txBody>
          <a:bodyPr vert="horz" lIns="91440" tIns="45720" rIns="91440" bIns="45720" rtlCol="0" anchor="ctr"/>
          <a:lstStyle>
            <a:lvl1pPr algn="r">
              <a:defRPr sz="2105">
                <a:solidFill>
                  <a:schemeClr val="tx1">
                    <a:tint val="82000"/>
                  </a:schemeClr>
                </a:solidFill>
              </a:defRPr>
            </a:lvl1pPr>
          </a:lstStyle>
          <a:p>
            <a:fld id="{B7C1F992-79A7-4CC2-A6FC-0436C7F8D8E7}" type="slidenum">
              <a:rPr lang="en-GB" smtClean="0"/>
              <a:t>‹#›</a:t>
            </a:fld>
            <a:endParaRPr lang="en-GB"/>
          </a:p>
        </p:txBody>
      </p:sp>
    </p:spTree>
    <p:extLst>
      <p:ext uri="{BB962C8B-B14F-4D97-AF65-F5344CB8AC3E}">
        <p14:creationId xmlns:p14="http://schemas.microsoft.com/office/powerpoint/2010/main" val="3064673721"/>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Lst>
  <p:txStyles>
    <p:titleStyle>
      <a:lvl1pPr algn="l" defTabSz="1603766" rtl="0" eaLnBrk="1" latinLnBrk="0" hangingPunct="1">
        <a:lnSpc>
          <a:spcPct val="90000"/>
        </a:lnSpc>
        <a:spcBef>
          <a:spcPct val="0"/>
        </a:spcBef>
        <a:buNone/>
        <a:defRPr sz="7717" kern="1200">
          <a:solidFill>
            <a:schemeClr val="tx1"/>
          </a:solidFill>
          <a:latin typeface="+mj-lt"/>
          <a:ea typeface="+mj-ea"/>
          <a:cs typeface="+mj-cs"/>
        </a:defRPr>
      </a:lvl1pPr>
    </p:titleStyle>
    <p:bodyStyle>
      <a:lvl1pPr marL="400942" indent="-400942" algn="l" defTabSz="1603766" rtl="0" eaLnBrk="1" latinLnBrk="0" hangingPunct="1">
        <a:lnSpc>
          <a:spcPct val="90000"/>
        </a:lnSpc>
        <a:spcBef>
          <a:spcPts val="1754"/>
        </a:spcBef>
        <a:buFont typeface="Arial" panose="020B0604020202020204" pitchFamily="34" charset="0"/>
        <a:buChar char="•"/>
        <a:defRPr sz="4911" kern="1200">
          <a:solidFill>
            <a:schemeClr val="tx1"/>
          </a:solidFill>
          <a:latin typeface="+mn-lt"/>
          <a:ea typeface="+mn-ea"/>
          <a:cs typeface="+mn-cs"/>
        </a:defRPr>
      </a:lvl1pPr>
      <a:lvl2pPr marL="1202825" indent="-400942" algn="l" defTabSz="1603766" rtl="0" eaLnBrk="1" latinLnBrk="0" hangingPunct="1">
        <a:lnSpc>
          <a:spcPct val="90000"/>
        </a:lnSpc>
        <a:spcBef>
          <a:spcPts val="877"/>
        </a:spcBef>
        <a:buFont typeface="Arial" panose="020B0604020202020204" pitchFamily="34" charset="0"/>
        <a:buChar char="•"/>
        <a:defRPr sz="4209" kern="1200">
          <a:solidFill>
            <a:schemeClr val="tx1"/>
          </a:solidFill>
          <a:latin typeface="+mn-lt"/>
          <a:ea typeface="+mn-ea"/>
          <a:cs typeface="+mn-cs"/>
        </a:defRPr>
      </a:lvl2pPr>
      <a:lvl3pPr marL="2004708" indent="-400942" algn="l" defTabSz="1603766" rtl="0" eaLnBrk="1" latinLnBrk="0" hangingPunct="1">
        <a:lnSpc>
          <a:spcPct val="90000"/>
        </a:lnSpc>
        <a:spcBef>
          <a:spcPts val="877"/>
        </a:spcBef>
        <a:buFont typeface="Arial" panose="020B0604020202020204" pitchFamily="34" charset="0"/>
        <a:buChar char="•"/>
        <a:defRPr sz="3508" kern="1200">
          <a:solidFill>
            <a:schemeClr val="tx1"/>
          </a:solidFill>
          <a:latin typeface="+mn-lt"/>
          <a:ea typeface="+mn-ea"/>
          <a:cs typeface="+mn-cs"/>
        </a:defRPr>
      </a:lvl3pPr>
      <a:lvl4pPr marL="2806591" indent="-400942" algn="l" defTabSz="1603766" rtl="0" eaLnBrk="1" latinLnBrk="0" hangingPunct="1">
        <a:lnSpc>
          <a:spcPct val="90000"/>
        </a:lnSpc>
        <a:spcBef>
          <a:spcPts val="877"/>
        </a:spcBef>
        <a:buFont typeface="Arial" panose="020B0604020202020204" pitchFamily="34" charset="0"/>
        <a:buChar char="•"/>
        <a:defRPr sz="3157" kern="1200">
          <a:solidFill>
            <a:schemeClr val="tx1"/>
          </a:solidFill>
          <a:latin typeface="+mn-lt"/>
          <a:ea typeface="+mn-ea"/>
          <a:cs typeface="+mn-cs"/>
        </a:defRPr>
      </a:lvl4pPr>
      <a:lvl5pPr marL="3608474" indent="-400942" algn="l" defTabSz="1603766" rtl="0" eaLnBrk="1" latinLnBrk="0" hangingPunct="1">
        <a:lnSpc>
          <a:spcPct val="90000"/>
        </a:lnSpc>
        <a:spcBef>
          <a:spcPts val="877"/>
        </a:spcBef>
        <a:buFont typeface="Arial" panose="020B0604020202020204" pitchFamily="34" charset="0"/>
        <a:buChar char="•"/>
        <a:defRPr sz="3157" kern="1200">
          <a:solidFill>
            <a:schemeClr val="tx1"/>
          </a:solidFill>
          <a:latin typeface="+mn-lt"/>
          <a:ea typeface="+mn-ea"/>
          <a:cs typeface="+mn-cs"/>
        </a:defRPr>
      </a:lvl5pPr>
      <a:lvl6pPr marL="4410357" indent="-400942" algn="l" defTabSz="1603766" rtl="0" eaLnBrk="1" latinLnBrk="0" hangingPunct="1">
        <a:lnSpc>
          <a:spcPct val="90000"/>
        </a:lnSpc>
        <a:spcBef>
          <a:spcPts val="877"/>
        </a:spcBef>
        <a:buFont typeface="Arial" panose="020B0604020202020204" pitchFamily="34" charset="0"/>
        <a:buChar char="•"/>
        <a:defRPr sz="3157" kern="1200">
          <a:solidFill>
            <a:schemeClr val="tx1"/>
          </a:solidFill>
          <a:latin typeface="+mn-lt"/>
          <a:ea typeface="+mn-ea"/>
          <a:cs typeface="+mn-cs"/>
        </a:defRPr>
      </a:lvl6pPr>
      <a:lvl7pPr marL="5212240" indent="-400942" algn="l" defTabSz="1603766" rtl="0" eaLnBrk="1" latinLnBrk="0" hangingPunct="1">
        <a:lnSpc>
          <a:spcPct val="90000"/>
        </a:lnSpc>
        <a:spcBef>
          <a:spcPts val="877"/>
        </a:spcBef>
        <a:buFont typeface="Arial" panose="020B0604020202020204" pitchFamily="34" charset="0"/>
        <a:buChar char="•"/>
        <a:defRPr sz="3157" kern="1200">
          <a:solidFill>
            <a:schemeClr val="tx1"/>
          </a:solidFill>
          <a:latin typeface="+mn-lt"/>
          <a:ea typeface="+mn-ea"/>
          <a:cs typeface="+mn-cs"/>
        </a:defRPr>
      </a:lvl7pPr>
      <a:lvl8pPr marL="6014123" indent="-400942" algn="l" defTabSz="1603766" rtl="0" eaLnBrk="1" latinLnBrk="0" hangingPunct="1">
        <a:lnSpc>
          <a:spcPct val="90000"/>
        </a:lnSpc>
        <a:spcBef>
          <a:spcPts val="877"/>
        </a:spcBef>
        <a:buFont typeface="Arial" panose="020B0604020202020204" pitchFamily="34" charset="0"/>
        <a:buChar char="•"/>
        <a:defRPr sz="3157" kern="1200">
          <a:solidFill>
            <a:schemeClr val="tx1"/>
          </a:solidFill>
          <a:latin typeface="+mn-lt"/>
          <a:ea typeface="+mn-ea"/>
          <a:cs typeface="+mn-cs"/>
        </a:defRPr>
      </a:lvl8pPr>
      <a:lvl9pPr marL="6816006" indent="-400942" algn="l" defTabSz="1603766" rtl="0" eaLnBrk="1" latinLnBrk="0" hangingPunct="1">
        <a:lnSpc>
          <a:spcPct val="90000"/>
        </a:lnSpc>
        <a:spcBef>
          <a:spcPts val="877"/>
        </a:spcBef>
        <a:buFont typeface="Arial" panose="020B0604020202020204" pitchFamily="34" charset="0"/>
        <a:buChar char="•"/>
        <a:defRPr sz="3157" kern="1200">
          <a:solidFill>
            <a:schemeClr val="tx1"/>
          </a:solidFill>
          <a:latin typeface="+mn-lt"/>
          <a:ea typeface="+mn-ea"/>
          <a:cs typeface="+mn-cs"/>
        </a:defRPr>
      </a:lvl9pPr>
    </p:bodyStyle>
    <p:otherStyle>
      <a:defPPr>
        <a:defRPr lang="en-US"/>
      </a:defPPr>
      <a:lvl1pPr marL="0" algn="l" defTabSz="1603766" rtl="0" eaLnBrk="1" latinLnBrk="0" hangingPunct="1">
        <a:defRPr sz="3157" kern="1200">
          <a:solidFill>
            <a:schemeClr val="tx1"/>
          </a:solidFill>
          <a:latin typeface="+mn-lt"/>
          <a:ea typeface="+mn-ea"/>
          <a:cs typeface="+mn-cs"/>
        </a:defRPr>
      </a:lvl1pPr>
      <a:lvl2pPr marL="801883" algn="l" defTabSz="1603766" rtl="0" eaLnBrk="1" latinLnBrk="0" hangingPunct="1">
        <a:defRPr sz="3157" kern="1200">
          <a:solidFill>
            <a:schemeClr val="tx1"/>
          </a:solidFill>
          <a:latin typeface="+mn-lt"/>
          <a:ea typeface="+mn-ea"/>
          <a:cs typeface="+mn-cs"/>
        </a:defRPr>
      </a:lvl2pPr>
      <a:lvl3pPr marL="1603766" algn="l" defTabSz="1603766" rtl="0" eaLnBrk="1" latinLnBrk="0" hangingPunct="1">
        <a:defRPr sz="3157" kern="1200">
          <a:solidFill>
            <a:schemeClr val="tx1"/>
          </a:solidFill>
          <a:latin typeface="+mn-lt"/>
          <a:ea typeface="+mn-ea"/>
          <a:cs typeface="+mn-cs"/>
        </a:defRPr>
      </a:lvl3pPr>
      <a:lvl4pPr marL="2405649" algn="l" defTabSz="1603766" rtl="0" eaLnBrk="1" latinLnBrk="0" hangingPunct="1">
        <a:defRPr sz="3157" kern="1200">
          <a:solidFill>
            <a:schemeClr val="tx1"/>
          </a:solidFill>
          <a:latin typeface="+mn-lt"/>
          <a:ea typeface="+mn-ea"/>
          <a:cs typeface="+mn-cs"/>
        </a:defRPr>
      </a:lvl4pPr>
      <a:lvl5pPr marL="3207532" algn="l" defTabSz="1603766" rtl="0" eaLnBrk="1" latinLnBrk="0" hangingPunct="1">
        <a:defRPr sz="3157" kern="1200">
          <a:solidFill>
            <a:schemeClr val="tx1"/>
          </a:solidFill>
          <a:latin typeface="+mn-lt"/>
          <a:ea typeface="+mn-ea"/>
          <a:cs typeface="+mn-cs"/>
        </a:defRPr>
      </a:lvl5pPr>
      <a:lvl6pPr marL="4009415" algn="l" defTabSz="1603766" rtl="0" eaLnBrk="1" latinLnBrk="0" hangingPunct="1">
        <a:defRPr sz="3157" kern="1200">
          <a:solidFill>
            <a:schemeClr val="tx1"/>
          </a:solidFill>
          <a:latin typeface="+mn-lt"/>
          <a:ea typeface="+mn-ea"/>
          <a:cs typeface="+mn-cs"/>
        </a:defRPr>
      </a:lvl6pPr>
      <a:lvl7pPr marL="4811298" algn="l" defTabSz="1603766" rtl="0" eaLnBrk="1" latinLnBrk="0" hangingPunct="1">
        <a:defRPr sz="3157" kern="1200">
          <a:solidFill>
            <a:schemeClr val="tx1"/>
          </a:solidFill>
          <a:latin typeface="+mn-lt"/>
          <a:ea typeface="+mn-ea"/>
          <a:cs typeface="+mn-cs"/>
        </a:defRPr>
      </a:lvl7pPr>
      <a:lvl8pPr marL="5613182" algn="l" defTabSz="1603766" rtl="0" eaLnBrk="1" latinLnBrk="0" hangingPunct="1">
        <a:defRPr sz="3157" kern="1200">
          <a:solidFill>
            <a:schemeClr val="tx1"/>
          </a:solidFill>
          <a:latin typeface="+mn-lt"/>
          <a:ea typeface="+mn-ea"/>
          <a:cs typeface="+mn-cs"/>
        </a:defRPr>
      </a:lvl8pPr>
      <a:lvl9pPr marL="6415065" algn="l" defTabSz="1603766" rtl="0" eaLnBrk="1" latinLnBrk="0" hangingPunct="1">
        <a:defRPr sz="315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0B18B2F-2693-9936-E3AE-92F9902AC825}"/>
              </a:ext>
            </a:extLst>
          </p:cNvPr>
          <p:cNvSpPr/>
          <p:nvPr/>
        </p:nvSpPr>
        <p:spPr>
          <a:xfrm>
            <a:off x="1" y="0"/>
            <a:ext cx="21383624" cy="3755571"/>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latin typeface="Calibri" panose="020F0502020204030204" pitchFamily="34" charset="0"/>
                <a:ea typeface="Calibri" panose="020F0502020204030204" pitchFamily="34" charset="0"/>
                <a:cs typeface="Calibri" panose="020F0502020204030204" pitchFamily="34" charset="0"/>
              </a:rPr>
              <a:t>Using Machine Learning to Understand and </a:t>
            </a:r>
            <a:br>
              <a:rPr lang="en-GB" sz="7200" b="1" dirty="0">
                <a:latin typeface="Calibri" panose="020F0502020204030204" pitchFamily="34" charset="0"/>
                <a:ea typeface="Calibri" panose="020F0502020204030204" pitchFamily="34" charset="0"/>
                <a:cs typeface="Calibri" panose="020F0502020204030204" pitchFamily="34" charset="0"/>
              </a:rPr>
            </a:br>
            <a:r>
              <a:rPr lang="en-GB" sz="7200" b="1" dirty="0">
                <a:latin typeface="Calibri" panose="020F0502020204030204" pitchFamily="34" charset="0"/>
                <a:ea typeface="Calibri" panose="020F0502020204030204" pitchFamily="34" charset="0"/>
                <a:cs typeface="Calibri" panose="020F0502020204030204" pitchFamily="34" charset="0"/>
              </a:rPr>
              <a:t>Enhance Racing Driver Performance</a:t>
            </a:r>
          </a:p>
          <a:p>
            <a:pPr algn="ctr"/>
            <a:r>
              <a:rPr lang="en-GB" sz="4400" b="1" dirty="0">
                <a:latin typeface="Calibri" panose="020F0502020204030204" pitchFamily="34" charset="0"/>
                <a:ea typeface="Calibri" panose="020F0502020204030204" pitchFamily="34" charset="0"/>
                <a:cs typeface="Calibri" panose="020F0502020204030204" pitchFamily="34" charset="0"/>
              </a:rPr>
              <a:t>Harry Gardner</a:t>
            </a:r>
            <a:br>
              <a:rPr lang="en-GB" sz="3600" b="1" dirty="0">
                <a:latin typeface="Calibri" panose="020F0502020204030204" pitchFamily="34" charset="0"/>
                <a:ea typeface="Calibri" panose="020F0502020204030204" pitchFamily="34" charset="0"/>
                <a:cs typeface="Calibri" panose="020F0502020204030204" pitchFamily="34" charset="0"/>
              </a:rPr>
            </a:br>
            <a:r>
              <a:rPr lang="en-GB" sz="2800" b="1" dirty="0">
                <a:latin typeface="Calibri" panose="020F0502020204030204" pitchFamily="34" charset="0"/>
                <a:ea typeface="Calibri" panose="020F0502020204030204" pitchFamily="34" charset="0"/>
                <a:cs typeface="Calibri" panose="020F0502020204030204" pitchFamily="34" charset="0"/>
              </a:rPr>
              <a:t>University of Exeter</a:t>
            </a:r>
          </a:p>
        </p:txBody>
      </p:sp>
      <p:pic>
        <p:nvPicPr>
          <p:cNvPr id="6" name="Picture 5">
            <a:extLst>
              <a:ext uri="{FF2B5EF4-FFF2-40B4-BE49-F238E27FC236}">
                <a16:creationId xmlns:a16="http://schemas.microsoft.com/office/drawing/2014/main" id="{21C537A7-EB83-DD53-2614-7B385D4907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942" y="26702906"/>
            <a:ext cx="3396344" cy="3396344"/>
          </a:xfrm>
          <a:prstGeom prst="rect">
            <a:avLst/>
          </a:prstGeom>
        </p:spPr>
      </p:pic>
      <p:sp>
        <p:nvSpPr>
          <p:cNvPr id="7" name="Rectangle: Rounded Corners 6">
            <a:extLst>
              <a:ext uri="{FF2B5EF4-FFF2-40B4-BE49-F238E27FC236}">
                <a16:creationId xmlns:a16="http://schemas.microsoft.com/office/drawing/2014/main" id="{0C12244C-1D8A-08C9-6231-ED3313AF83EC}"/>
              </a:ext>
            </a:extLst>
          </p:cNvPr>
          <p:cNvSpPr/>
          <p:nvPr/>
        </p:nvSpPr>
        <p:spPr>
          <a:xfrm>
            <a:off x="228599" y="4249452"/>
            <a:ext cx="10123714" cy="6834548"/>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r>
              <a:rPr lang="en-GB" sz="4400" b="1" dirty="0">
                <a:solidFill>
                  <a:schemeClr val="tx1"/>
                </a:solidFill>
                <a:latin typeface="Calibri" panose="020F0502020204030204" pitchFamily="34" charset="0"/>
                <a:ea typeface="Calibri" panose="020F0502020204030204" pitchFamily="34" charset="0"/>
                <a:cs typeface="Calibri" panose="020F0502020204030204" pitchFamily="34" charset="0"/>
              </a:rPr>
              <a:t>Background &amp; Objectives:</a:t>
            </a:r>
          </a:p>
          <a:p>
            <a:r>
              <a:rPr lang="en-GB" sz="2400" dirty="0">
                <a:solidFill>
                  <a:schemeClr val="tx1"/>
                </a:solidFill>
                <a:latin typeface="Calibri" panose="020F0502020204030204" pitchFamily="34" charset="0"/>
                <a:ea typeface="Calibri" panose="020F0502020204030204" pitchFamily="34" charset="0"/>
                <a:cs typeface="Calibri" panose="020F0502020204030204" pitchFamily="34" charset="0"/>
              </a:rPr>
              <a:t>Improving and training the development and consistency of driver performance is crucial for a serious racing team; being able to reduce the human-factor variability of race results can elevate the team’s championship standings over the course of a full season through more consistent point-scoring opportunities. Helping the drivers to become more consistent in both real-life racing and sim racing settings by using the same tools, AI and ML can be utilised for drivers to be able to interpret and incorporate high level feedback without requiring an in-depth knowledge of the aerodynamics and logistics of the car beneath them.</a:t>
            </a:r>
          </a:p>
          <a:p>
            <a:r>
              <a:rPr lang="en-GB" sz="2400" b="1" dirty="0">
                <a:solidFill>
                  <a:schemeClr val="tx1"/>
                </a:solidFill>
                <a:latin typeface="Calibri" panose="020F0502020204030204" pitchFamily="34" charset="0"/>
                <a:ea typeface="Calibri" panose="020F0502020204030204" pitchFamily="34" charset="0"/>
                <a:cs typeface="Calibri" panose="020F0502020204030204" pitchFamily="34" charset="0"/>
              </a:rPr>
              <a:t>This project aimed to build a ML system capable of extracting driving behaviour features from real Formula One race telemetry as well as sim racing video game telemetry to provide real-time feedback to drivers on how to improve their lap times.</a:t>
            </a:r>
            <a:endParaRPr lang="en-GB" sz="4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Rectangle: Rounded Corners 11">
            <a:extLst>
              <a:ext uri="{FF2B5EF4-FFF2-40B4-BE49-F238E27FC236}">
                <a16:creationId xmlns:a16="http://schemas.microsoft.com/office/drawing/2014/main" id="{1E7C8517-C347-4A68-733D-F48EEECE3B89}"/>
              </a:ext>
            </a:extLst>
          </p:cNvPr>
          <p:cNvSpPr/>
          <p:nvPr/>
        </p:nvSpPr>
        <p:spPr>
          <a:xfrm>
            <a:off x="11031312" y="9797144"/>
            <a:ext cx="10123714" cy="683454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GB" sz="4400" b="1" dirty="0">
                <a:latin typeface="Calibri" panose="020F0502020204030204" pitchFamily="34" charset="0"/>
                <a:ea typeface="Calibri" panose="020F0502020204030204" pitchFamily="34" charset="0"/>
                <a:cs typeface="Calibri" panose="020F0502020204030204" pitchFamily="34" charset="0"/>
              </a:rPr>
              <a:t>Datasets &amp; Models:</a:t>
            </a:r>
            <a:br>
              <a:rPr lang="en-GB" sz="4400" b="1" dirty="0">
                <a:latin typeface="Calibri" panose="020F0502020204030204" pitchFamily="34" charset="0"/>
                <a:ea typeface="Calibri" panose="020F0502020204030204" pitchFamily="34" charset="0"/>
                <a:cs typeface="Calibri" panose="020F0502020204030204" pitchFamily="34" charset="0"/>
              </a:rPr>
            </a:br>
            <a:r>
              <a:rPr lang="en-GB" sz="2400" b="1" dirty="0">
                <a:latin typeface="Calibri" panose="020F0502020204030204" pitchFamily="34" charset="0"/>
                <a:ea typeface="Calibri" panose="020F0502020204030204" pitchFamily="34" charset="0"/>
                <a:cs typeface="Calibri" panose="020F0502020204030204" pitchFamily="34" charset="0"/>
              </a:rPr>
              <a:t>Random Forest Model:</a:t>
            </a:r>
            <a:br>
              <a:rPr lang="en-GB" sz="2400" b="1" dirty="0">
                <a:latin typeface="Calibri" panose="020F0502020204030204" pitchFamily="34" charset="0"/>
                <a:ea typeface="Calibri" panose="020F0502020204030204" pitchFamily="34" charset="0"/>
                <a:cs typeface="Calibri" panose="020F0502020204030204" pitchFamily="34" charset="0"/>
              </a:rPr>
            </a:br>
            <a:r>
              <a:rPr lang="en-GB" sz="2400" b="1" dirty="0">
                <a:latin typeface="Calibri" panose="020F0502020204030204" pitchFamily="34" charset="0"/>
                <a:ea typeface="Calibri" panose="020F0502020204030204" pitchFamily="34" charset="0"/>
                <a:cs typeface="Calibri" panose="020F0502020204030204" pitchFamily="34" charset="0"/>
              </a:rPr>
              <a:t>- </a:t>
            </a:r>
            <a:br>
              <a:rPr lang="en-GB" sz="4400" b="1" dirty="0">
                <a:latin typeface="Calibri" panose="020F0502020204030204" pitchFamily="34" charset="0"/>
                <a:ea typeface="Calibri" panose="020F0502020204030204" pitchFamily="34" charset="0"/>
                <a:cs typeface="Calibri" panose="020F0502020204030204" pitchFamily="34" charset="0"/>
              </a:rPr>
            </a:br>
            <a:endParaRPr lang="en-GB" sz="4400" b="1" dirty="0">
              <a:latin typeface="Calibri" panose="020F0502020204030204" pitchFamily="34" charset="0"/>
              <a:ea typeface="Calibri" panose="020F0502020204030204" pitchFamily="34" charset="0"/>
              <a:cs typeface="Calibri" panose="020F0502020204030204" pitchFamily="34" charset="0"/>
            </a:endParaRPr>
          </a:p>
        </p:txBody>
      </p:sp>
      <p:sp>
        <p:nvSpPr>
          <p:cNvPr id="13" name="Rectangle: Rounded Corners 12">
            <a:extLst>
              <a:ext uri="{FF2B5EF4-FFF2-40B4-BE49-F238E27FC236}">
                <a16:creationId xmlns:a16="http://schemas.microsoft.com/office/drawing/2014/main" id="{5C5A3CF9-A1DF-AF30-4680-5E2CFF8DD8C3}"/>
              </a:ext>
            </a:extLst>
          </p:cNvPr>
          <p:cNvSpPr/>
          <p:nvPr/>
        </p:nvSpPr>
        <p:spPr>
          <a:xfrm>
            <a:off x="11031312" y="23152338"/>
            <a:ext cx="10123714" cy="6834549"/>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r>
              <a:rPr lang="en-GB" sz="4400" b="1" dirty="0">
                <a:solidFill>
                  <a:schemeClr val="tx1"/>
                </a:solidFill>
                <a:latin typeface="Calibri" panose="020F0502020204030204" pitchFamily="34" charset="0"/>
                <a:ea typeface="Calibri" panose="020F0502020204030204" pitchFamily="34" charset="0"/>
                <a:cs typeface="Calibri" panose="020F0502020204030204" pitchFamily="34" charset="0"/>
              </a:rPr>
              <a:t>Results &amp; Discussion:</a:t>
            </a:r>
            <a:br>
              <a:rPr lang="en-GB" sz="4400" b="1"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GB" sz="4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Rectangle: Rounded Corners 13">
            <a:extLst>
              <a:ext uri="{FF2B5EF4-FFF2-40B4-BE49-F238E27FC236}">
                <a16:creationId xmlns:a16="http://schemas.microsoft.com/office/drawing/2014/main" id="{8E6298C8-913F-3313-A467-E69E9967C7E6}"/>
              </a:ext>
            </a:extLst>
          </p:cNvPr>
          <p:cNvSpPr/>
          <p:nvPr/>
        </p:nvSpPr>
        <p:spPr>
          <a:xfrm>
            <a:off x="228599" y="16631693"/>
            <a:ext cx="10123714" cy="683454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GB" sz="4400" b="1" dirty="0">
                <a:latin typeface="Calibri" panose="020F0502020204030204" pitchFamily="34" charset="0"/>
                <a:ea typeface="Calibri" panose="020F0502020204030204" pitchFamily="34" charset="0"/>
                <a:cs typeface="Calibri" panose="020F0502020204030204" pitchFamily="34" charset="0"/>
              </a:rPr>
              <a:t>Development Methods:</a:t>
            </a:r>
            <a:endParaRPr lang="en-GB" sz="4400" dirty="0">
              <a:latin typeface="Calibri" panose="020F0502020204030204" pitchFamily="34" charset="0"/>
              <a:ea typeface="Calibri" panose="020F0502020204030204" pitchFamily="34" charset="0"/>
              <a:cs typeface="Calibri" panose="020F0502020204030204" pitchFamily="34" charset="0"/>
            </a:endParaRPr>
          </a:p>
        </p:txBody>
      </p:sp>
      <p:pic>
        <p:nvPicPr>
          <p:cNvPr id="16" name="Picture 15">
            <a:extLst>
              <a:ext uri="{FF2B5EF4-FFF2-40B4-BE49-F238E27FC236}">
                <a16:creationId xmlns:a16="http://schemas.microsoft.com/office/drawing/2014/main" id="{8C629B29-B49F-AE4D-B983-68DF8FC4E32E}"/>
              </a:ext>
            </a:extLst>
          </p:cNvPr>
          <p:cNvPicPr>
            <a:picLocks noChangeAspect="1"/>
          </p:cNvPicPr>
          <p:nvPr/>
        </p:nvPicPr>
        <p:blipFill>
          <a:blip r:embed="rId3"/>
          <a:stretch>
            <a:fillRect/>
          </a:stretch>
        </p:blipFill>
        <p:spPr>
          <a:xfrm>
            <a:off x="237971" y="11482846"/>
            <a:ext cx="3354315" cy="4940405"/>
          </a:xfrm>
          <a:prstGeom prst="rect">
            <a:avLst/>
          </a:prstGeom>
        </p:spPr>
      </p:pic>
      <p:pic>
        <p:nvPicPr>
          <p:cNvPr id="18" name="Picture 17">
            <a:extLst>
              <a:ext uri="{FF2B5EF4-FFF2-40B4-BE49-F238E27FC236}">
                <a16:creationId xmlns:a16="http://schemas.microsoft.com/office/drawing/2014/main" id="{4EAF249F-FBD2-2B79-F522-372ED78F52BC}"/>
              </a:ext>
            </a:extLst>
          </p:cNvPr>
          <p:cNvPicPr>
            <a:picLocks noChangeAspect="1"/>
          </p:cNvPicPr>
          <p:nvPr/>
        </p:nvPicPr>
        <p:blipFill>
          <a:blip r:embed="rId4"/>
          <a:stretch>
            <a:fillRect/>
          </a:stretch>
        </p:blipFill>
        <p:spPr>
          <a:xfrm>
            <a:off x="7339125" y="11482846"/>
            <a:ext cx="3013188" cy="4940405"/>
          </a:xfrm>
          <a:prstGeom prst="rect">
            <a:avLst/>
          </a:prstGeom>
        </p:spPr>
      </p:pic>
      <p:pic>
        <p:nvPicPr>
          <p:cNvPr id="20" name="Picture 19">
            <a:extLst>
              <a:ext uri="{FF2B5EF4-FFF2-40B4-BE49-F238E27FC236}">
                <a16:creationId xmlns:a16="http://schemas.microsoft.com/office/drawing/2014/main" id="{CFD3E36D-F382-F785-206B-D605246EFCD7}"/>
              </a:ext>
            </a:extLst>
          </p:cNvPr>
          <p:cNvPicPr>
            <a:picLocks noChangeAspect="1"/>
          </p:cNvPicPr>
          <p:nvPr/>
        </p:nvPicPr>
        <p:blipFill>
          <a:blip r:embed="rId5"/>
          <a:stretch>
            <a:fillRect/>
          </a:stretch>
        </p:blipFill>
        <p:spPr>
          <a:xfrm>
            <a:off x="11031312" y="4510709"/>
            <a:ext cx="9774138" cy="4403733"/>
          </a:xfrm>
          <a:prstGeom prst="rect">
            <a:avLst/>
          </a:prstGeom>
        </p:spPr>
      </p:pic>
    </p:spTree>
    <p:extLst>
      <p:ext uri="{BB962C8B-B14F-4D97-AF65-F5344CB8AC3E}">
        <p14:creationId xmlns:p14="http://schemas.microsoft.com/office/powerpoint/2010/main" val="3293865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136</TotalTime>
  <Words>185</Words>
  <Application>Microsoft Office PowerPoint</Application>
  <PresentationFormat>Custom</PresentationFormat>
  <Paragraphs>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Gardner, Harry</dc:creator>
  <cp:lastModifiedBy>Gardner, Harry</cp:lastModifiedBy>
  <cp:revision>3</cp:revision>
  <dcterms:created xsi:type="dcterms:W3CDTF">2026-03-24T21:26:23Z</dcterms:created>
  <dcterms:modified xsi:type="dcterms:W3CDTF">2026-03-24T23:42:42Z</dcterms:modified>
</cp:coreProperties>
</file>